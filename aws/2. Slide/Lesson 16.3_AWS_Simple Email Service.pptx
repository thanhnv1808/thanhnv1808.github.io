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13716000" cx="24384000"/>
  <p:notesSz cx="6797675" cy="9929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  <p:ext uri="GoogleSlidesCustomDataVersion2">
      <go:slidesCustomData xmlns:go="http://customooxmlschemas.google.com/" r:id="rId10" roundtripDataSignature="AMtx7mjZr4lpuCRuYwL1Q6YpHWBuWt0d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320" orient="horz"/>
        <p:guide pos="76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customschemas.google.com/relationships/presentationmetadata" Target="metadata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" name="Google Shape;29;p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" name="Google Shape;37;p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" name="Google Shape;45;p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" name="Google Shape;51;p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" name="Google Shape;5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fld id="{00000000-1234-1234-1234-123412341234}" type="slidenum"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017132" y="859479"/>
            <a:ext cx="2950192" cy="1131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1_Title and Conten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Google Shape;13;p7"/>
          <p:cNvCxnSpPr/>
          <p:nvPr/>
        </p:nvCxnSpPr>
        <p:spPr>
          <a:xfrm>
            <a:off x="482600" y="1412390"/>
            <a:ext cx="21521992" cy="0"/>
          </a:xfrm>
          <a:prstGeom prst="straightConnector1">
            <a:avLst/>
          </a:prstGeom>
          <a:noFill/>
          <a:ln cap="flat" cmpd="sng" w="19050">
            <a:solidFill>
              <a:srgbClr val="3C5A9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" name="Google Shape;14;p7"/>
          <p:cNvSpPr/>
          <p:nvPr/>
        </p:nvSpPr>
        <p:spPr>
          <a:xfrm>
            <a:off x="0" y="12670972"/>
            <a:ext cx="24384000" cy="1045028"/>
          </a:xfrm>
          <a:prstGeom prst="rect">
            <a:avLst/>
          </a:prstGeom>
          <a:solidFill>
            <a:srgbClr val="3C5A99"/>
          </a:solidFill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t/>
            </a:r>
            <a:endParaRPr b="1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7"/>
          <p:cNvSpPr/>
          <p:nvPr/>
        </p:nvSpPr>
        <p:spPr>
          <a:xfrm>
            <a:off x="6781639" y="12854932"/>
            <a:ext cx="10458958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Copyright </a:t>
            </a:r>
            <a:r>
              <a:rPr b="1" i="1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© </a:t>
            </a: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 All Right Reserved </a:t>
            </a:r>
            <a:endParaRPr b="1" i="0" sz="3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Google Shape;16;p7"/>
          <p:cNvCxnSpPr/>
          <p:nvPr/>
        </p:nvCxnSpPr>
        <p:spPr>
          <a:xfrm>
            <a:off x="14610736" y="1412390"/>
            <a:ext cx="7393856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" name="Google Shape;17;p7"/>
          <p:cNvCxnSpPr/>
          <p:nvPr/>
        </p:nvCxnSpPr>
        <p:spPr>
          <a:xfrm>
            <a:off x="0" y="12670972"/>
            <a:ext cx="24384000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A picture containing drawing&#10;&#10;Description automatically generated" id="18" name="Google Shape;18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252276" y="-25180"/>
            <a:ext cx="5131724" cy="1437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8"/>
          <p:cNvSpPr txBox="1"/>
          <p:nvPr>
            <p:ph type="title"/>
          </p:nvPr>
        </p:nvSpPr>
        <p:spPr>
          <a:xfrm>
            <a:off x="1845217" y="357188"/>
            <a:ext cx="18701658" cy="1710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Meiryo"/>
              <a:buNone/>
              <a:defRPr sz="8200">
                <a:latin typeface="Meiryo"/>
                <a:ea typeface="Meiryo"/>
                <a:cs typeface="Meiryo"/>
                <a:sym typeface="Meiry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1" name="Google Shape;21;p8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2" name="Google Shape;22;p8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3" name="Google Shape;23;p8"/>
          <p:cNvSpPr txBox="1"/>
          <p:nvPr>
            <p:ph idx="12" type="sldNum"/>
          </p:nvPr>
        </p:nvSpPr>
        <p:spPr>
          <a:xfrm>
            <a:off x="11962817" y="13073062"/>
            <a:ext cx="448840" cy="482823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4" name="Google Shape;24;p8"/>
          <p:cNvCxnSpPr/>
          <p:nvPr/>
        </p:nvCxnSpPr>
        <p:spPr>
          <a:xfrm>
            <a:off x="1845217" y="1893677"/>
            <a:ext cx="18701658" cy="0"/>
          </a:xfrm>
          <a:prstGeom prst="straightConnector1">
            <a:avLst/>
          </a:prstGeom>
          <a:noFill/>
          <a:ln cap="rnd" cmpd="sng" w="38100">
            <a:solidFill>
              <a:srgbClr val="057BBA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close up of a sign&#10;&#10;Description automatically generated" id="25" name="Google Shape;2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12883" y="427995"/>
            <a:ext cx="2645634" cy="1639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Only">
  <p:cSld name="2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indent="-633730" lvl="0" marL="457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633730" lvl="1" marL="914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633730" lvl="2" marL="1371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633730" lvl="3" marL="1828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633729" lvl="4" marL="2286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633729" lvl="5" marL="2743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633729" lvl="6" marL="3200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633729" lvl="7" marL="3657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633729" lvl="8" marL="4114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2" type="sldNum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hyperlink" Target="mailto:duy.nguyenngoc1@vti.com.vn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ocs.aws.amazon.com/ses/latest/dg/Welcome.html" TargetMode="External"/><Relationship Id="rId4" Type="http://schemas.openxmlformats.org/officeDocument/2006/relationships/hyperlink" Target="https://aws.amazon.com/ses/pricing" TargetMode="External"/><Relationship Id="rId5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youtube.com/watch?v=0HeOrZ4sBGo" TargetMode="External"/><Relationship Id="rId4" Type="http://schemas.openxmlformats.org/officeDocument/2006/relationships/hyperlink" Target="https://youtu.be/gVRTKuMFc0c?t=887" TargetMode="External"/><Relationship Id="rId5" Type="http://schemas.openxmlformats.org/officeDocument/2006/relationships/hyperlink" Target="https://www.youtube.com/watch?v=nxXIpPZzMd0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drawing&#10;&#10;Description automatically generated" id="31" name="Google Shape;3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3650" y="1753558"/>
            <a:ext cx="5103775" cy="1429741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1"/>
          <p:cNvSpPr/>
          <p:nvPr/>
        </p:nvSpPr>
        <p:spPr>
          <a:xfrm>
            <a:off x="1795790" y="3025157"/>
            <a:ext cx="5636029" cy="569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100"/>
              <a:buFont typeface="Times New Roman"/>
              <a:buNone/>
            </a:pPr>
            <a:r>
              <a:rPr b="1" i="0" lang="en-US" sz="31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WAY TO ENTERPRISE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"/>
          <p:cNvSpPr txBox="1"/>
          <p:nvPr/>
        </p:nvSpPr>
        <p:spPr>
          <a:xfrm>
            <a:off x="1215678" y="4549070"/>
            <a:ext cx="22486370" cy="1317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4400"/>
              <a:buFont typeface="Times New Roman"/>
              <a:buNone/>
            </a:pPr>
            <a:r>
              <a:rPr b="0" i="0" lang="en-US" sz="10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</a:t>
            </a:r>
            <a:endParaRPr b="0" i="0" sz="10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" name="Google Shape;34;p1"/>
          <p:cNvSpPr txBox="1"/>
          <p:nvPr/>
        </p:nvSpPr>
        <p:spPr>
          <a:xfrm>
            <a:off x="1795790" y="8295495"/>
            <a:ext cx="11871552" cy="2841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Author: </a:t>
            </a:r>
            <a:r>
              <a:rPr b="1" i="0" lang="en-US" sz="5000" u="sng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duy.nguyenngoc1@vti.com.vn</a:t>
            </a:r>
            <a:endParaRPr b="1" i="0" sz="5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t/>
            </a:r>
            <a:endParaRPr b="1" i="0" sz="5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Email Service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4872789" y="12006846"/>
            <a:ext cx="1414312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Tutorial: </a:t>
            </a: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https://docs.aws.amazon.com/ses/latest/dg/Welcome.html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" name="Google Shape;41;p2"/>
          <p:cNvSpPr txBox="1"/>
          <p:nvPr/>
        </p:nvSpPr>
        <p:spPr>
          <a:xfrm>
            <a:off x="1117434" y="2268393"/>
            <a:ext cx="23037966" cy="75042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email service that allows developers to send &amp; receive email using email addresses, domains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Ex: Sending marketing emails (special offers), transactional emails (order confirmations), other types of correspondence (newsletters), ...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Cost-effective, flexible, scalable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Serverless Service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Price: </a:t>
            </a:r>
            <a:r>
              <a:rPr b="0" i="0" lang="en-US" sz="40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https://aws.amazon.com/ses/pricing</a:t>
            </a: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#10;            &#10;        " id="42" name="Google Shape;42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357224" y="5297293"/>
            <a:ext cx="10398073" cy="537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"/>
          <p:cNvSpPr txBox="1"/>
          <p:nvPr/>
        </p:nvSpPr>
        <p:spPr>
          <a:xfrm>
            <a:off x="1117434" y="2370385"/>
            <a:ext cx="14332116" cy="94584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Demo</a:t>
            </a:r>
            <a:endParaRPr b="0" i="0" sz="3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https://www.youtube.com/watch?v=0HeOrZ4sBGo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https://youtu.be/gVRTKuMFc0c?t=887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https://www.youtube.com/watch?v=nxXIpPZzMd0</a:t>
            </a: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3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Email Service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eiryo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Copyright </a:t>
            </a:r>
            <a:r>
              <a:rPr b="0" i="1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© </a:t>
            </a:r>
            <a:r>
              <a:rPr b="0" i="0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VTI Academy All Rights Reserved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7195160" y="5450175"/>
            <a:ext cx="10095282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17F"/>
              </a:buClr>
              <a:buSzPts val="8800"/>
              <a:buFont typeface="Times New Roman"/>
              <a:buNone/>
            </a:pPr>
            <a:r>
              <a:rPr b="0" i="0" lang="en-US" sz="8800" u="none" cap="none" strike="noStrike">
                <a:solidFill>
                  <a:srgbClr val="0051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&amp; 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Nguyen Anh Quan (VTI.GA)</dc:creator>
</cp:coreProperties>
</file>