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A5hmSjUass7C8guTunAVUaEb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amazon-mq/pric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amazon-mq/latest/developer-guide/welcome.html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ibvCmegX0Io" TargetMode="External"/><Relationship Id="rId4" Type="http://schemas.openxmlformats.org/officeDocument/2006/relationships/hyperlink" Target="https://www.youtube.com/watch?v=ibvCmegX0Io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312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AmazonMQ Service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1117433" y="2268393"/>
            <a:ext cx="22561717" cy="10247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managed message broker service that allows migrate to a message broker in the cloud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SQS, SNS are "cloud-native" services, and they’re using proprietary protocols from AWS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applications running from on-premise may use open protocols such as: MQTT, AMQP, STOMP, Openwire, WSS 🡺 When migrating to the cloud, instead of re-engineering the application to use SQS and SNS, you can use Amazon MQ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Amazon MQ doesn’t "scale" as much as SQS / SNS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Amazon MQ has both queue feature (~SQS) and topic features (~SNS)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ActiveMQ and RabbitMQ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https://aws.amazon.com/amazon-mq/pricing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1200149" y="571498"/>
            <a:ext cx="1312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AmazonMQ Service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3646832" y="11994330"/>
            <a:ext cx="166647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https://docs.aws.amazon.com/amazon-mq/latest/developer-guide/welcome.html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ocs.aws.amazon.com/amazon-mq/latest/developer-guide/images/amazon-mq-activemq-broker-architecture-active-standby.png" id="47" name="Google Shape;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2853" y="1629054"/>
            <a:ext cx="12512675" cy="953038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9497306" y="11159436"/>
            <a:ext cx="49637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Multi-AZ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117434" y="2268394"/>
            <a:ext cx="12610141" cy="50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https://www.youtube.com/watch?v=q22lTqogYYc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https://www.youtube.com/watch?v=ibvCmegX0Io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AmazonMQ Service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