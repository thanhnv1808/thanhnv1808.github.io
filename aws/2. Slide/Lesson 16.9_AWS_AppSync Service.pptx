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jBDFQq5kjS0MRO4tLnWMXHxxkH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1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1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1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1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4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hyperlink" Target="https://graphql.org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AEptYkblFg8&amp;list=PLKzNGvIJtUDZt5GlzARgHUVFaTzfQytJV&amp;index=2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aws.amazon.com/appsync/latest/devguide/what-is-appsync.html" TargetMode="External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youtu.be/olAPj6EIlag?t=1460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9363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GraphQL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17433" y="2268395"/>
            <a:ext cx="17361067" cy="9320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GraphQL is a query language for APIs, instead of Rest API in the future</a:t>
            </a:r>
            <a:endParaRPr/>
          </a:p>
        </p:txBody>
      </p:sp>
      <p:pic>
        <p:nvPicPr>
          <p:cNvPr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629" y="5159014"/>
            <a:ext cx="12084512" cy="3230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01945" y="4308894"/>
            <a:ext cx="10136654" cy="408023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3895022" y="8466693"/>
            <a:ext cx="480772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GraphQL endpoint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9393478" y="12010062"/>
            <a:ext cx="519244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https://graphql.org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4060883" y="8466693"/>
            <a:ext cx="841877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Realtime, Offline, Batching, Pagination, Relation, Aggregation, Search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9363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GraphQL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117433" y="2268395"/>
            <a:ext cx="23095117" cy="3237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Helps develop applications faster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Front-end developers connect to single GraphQL endpoint to query multiple databases, APIs, microservices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2503" y="6877050"/>
            <a:ext cx="9661547" cy="3505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41865" y="5309458"/>
            <a:ext cx="10441935" cy="507279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4093734" y="10382252"/>
            <a:ext cx="54953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to Database</a:t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4884855" y="10382250"/>
            <a:ext cx="535595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Integrating Existing Systems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/>
        </p:nvSpPr>
        <p:spPr>
          <a:xfrm>
            <a:off x="1200149" y="571498"/>
            <a:ext cx="9363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GraphQL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1117433" y="2268395"/>
            <a:ext cx="5416717" cy="1160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/>
          </a:p>
        </p:txBody>
      </p:sp>
      <p:pic>
        <p:nvPicPr>
          <p:cNvPr descr="Client-side Components" id="62" name="Google Shape;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9724" y="3752850"/>
            <a:ext cx="1887523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/>
          <p:nvPr/>
        </p:nvSpPr>
        <p:spPr>
          <a:xfrm>
            <a:off x="1200149" y="571498"/>
            <a:ext cx="9363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GraphQL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1117433" y="2268395"/>
            <a:ext cx="23037967" cy="4070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https://www.youtube.com/watch?v=AEptYkblFg8&amp;list=PLKzNGvIJtUDZt5GlzARgHUVFaTzfQytJV&amp;index=2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69" name="Google Shape;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362" y="5851858"/>
            <a:ext cx="13916338" cy="5989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23059" y="6338480"/>
            <a:ext cx="9032341" cy="5015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/>
        </p:nvSpPr>
        <p:spPr>
          <a:xfrm>
            <a:off x="1200149" y="571498"/>
            <a:ext cx="9363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AppSync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1117433" y="2268394"/>
            <a:ext cx="23266567" cy="6551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Store and sync data across mobile &amp; web apps with real-time subscriptions and offline data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Adding caches to improve performance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GraphQL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566609" y="12012192"/>
            <a:ext cx="181015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https://docs.aws.amazon.com/appsync/latest/devguide/what-is-appsync.html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1117434" y="7601987"/>
            <a:ext cx="10614124" cy="3062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Realtime application (Multi-player games, Chat application, Shared whiteboards)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application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31558" y="3241955"/>
            <a:ext cx="12570872" cy="521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/>
          <p:nvPr/>
        </p:nvSpPr>
        <p:spPr>
          <a:xfrm>
            <a:off x="1200149" y="571498"/>
            <a:ext cx="9363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AppSync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8"/>
          <p:cNvSpPr txBox="1"/>
          <p:nvPr/>
        </p:nvSpPr>
        <p:spPr>
          <a:xfrm>
            <a:off x="1136482" y="2268394"/>
            <a:ext cx="22999867" cy="3941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Integrations with DynamoDB / Lambda, Cognito user pools for fine-grained access control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Client Code can be generated automatically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Automatically scale</a:t>
            </a:r>
            <a:endParaRPr/>
          </a:p>
          <a:p>
            <a:pPr indent="-603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9656" y="5281077"/>
            <a:ext cx="11813436" cy="7116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6482" y="6210300"/>
            <a:ext cx="9039918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8"/>
          <p:cNvSpPr/>
          <p:nvPr/>
        </p:nvSpPr>
        <p:spPr>
          <a:xfrm>
            <a:off x="4209571" y="11525250"/>
            <a:ext cx="289374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code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/>
        </p:nvSpPr>
        <p:spPr>
          <a:xfrm>
            <a:off x="1117434" y="2268393"/>
            <a:ext cx="9607716" cy="2856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https://youtu.be/olAPj6EIlag?t=1460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00" name="Google Shape;100;p9"/>
          <p:cNvSpPr txBox="1"/>
          <p:nvPr/>
        </p:nvSpPr>
        <p:spPr>
          <a:xfrm>
            <a:off x="1200149" y="571498"/>
            <a:ext cx="936357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AppSync Service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107" name="Google Shape;107;p10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