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j/F5rGNHbQMHjJsMLiNNEL2BqB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1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13;p20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p20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0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Google Shape;16;p20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" name="Google Shape;17;p20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18" name="Google Shape;1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1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21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21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21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5" name="Google Shape;25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ws.amazon.com/datasync/pricing" TargetMode="External"/><Relationship Id="rId4" Type="http://schemas.openxmlformats.org/officeDocument/2006/relationships/hyperlink" Target="https://docs.aws.amazon.com/datasync/latest/userguide/what-is-datasync.html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youtube.com/watch?v=kfrb5_6Pe_Y" TargetMode="External"/><Relationship Id="rId4" Type="http://schemas.openxmlformats.org/officeDocument/2006/relationships/hyperlink" Target="https://www.youtube.com/watch?v=_qhTF-gB-J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aws.amazon.com/aws-transfer-family/pricing" TargetMode="External"/><Relationship Id="rId4" Type="http://schemas.openxmlformats.org/officeDocument/2006/relationships/hyperlink" Target="https://docs.aws.amazon.com/transfer/latest/userguide/what-is-aws-transfer-family.html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hyperlink" Target="https://stackoverflow.com/questions/69860667/aws-datasync-vs-aws-transfer-family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youtube.com/watch?v=AQtTG2N_QCg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1" name="Google Shape;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/>
        </p:nvSpPr>
        <p:spPr>
          <a:xfrm>
            <a:off x="1200149" y="499306"/>
            <a:ext cx="1164957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On-premise strategy with AWS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1117434" y="2370385"/>
            <a:ext cx="7629523" cy="90957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FSx Service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Storage Gateway Service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DataSync Service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Transfer Family Service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Snow Family Service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12507329" y="2370384"/>
            <a:ext cx="8808619" cy="9504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VM Import/Export (Old)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Migration Hub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Migration Service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Migration Service 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Discovery Service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/>
        </p:nvSpPr>
        <p:spPr>
          <a:xfrm>
            <a:off x="1200149" y="571498"/>
            <a:ext cx="1164957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FSX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1117434" y="2370386"/>
            <a:ext cx="7593429" cy="22377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FSx for Windows File Server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FSx for Lustre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28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Courier New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" name="Google Shape;4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153" y="6199994"/>
            <a:ext cx="11842671" cy="5430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26035" y="6199994"/>
            <a:ext cx="10403465" cy="5430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 txBox="1"/>
          <p:nvPr/>
        </p:nvSpPr>
        <p:spPr>
          <a:xfrm>
            <a:off x="1200149" y="571498"/>
            <a:ext cx="1164957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Gateway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1117434" y="2370386"/>
            <a:ext cx="8279229" cy="7339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File Gateway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Volume Gateway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Tape Gateway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FSx File Gateway</a:t>
            </a:r>
            <a:endParaRPr/>
          </a:p>
        </p:txBody>
      </p:sp>
      <p:pic>
        <p:nvPicPr>
          <p:cNvPr id="56" name="Google Shape;5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14688" y="8037095"/>
            <a:ext cx="10417588" cy="3798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93869" y="2183202"/>
            <a:ext cx="9259226" cy="5080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DataSync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5"/>
          <p:cNvSpPr txBox="1"/>
          <p:nvPr/>
        </p:nvSpPr>
        <p:spPr>
          <a:xfrm>
            <a:off x="1117433" y="2481753"/>
            <a:ext cx="23162293" cy="9417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 online data transfer service that helps transfer large amounts of data quickly from on-premises storage to AWS storage or between AWS storages together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Times New Roman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Copy large datasets with millions of files, without having to build custom solutions with open source tools, or license and manage expensive software, …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High-performance, secure data transfer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 large amount of data from on-premises (VMware, KVM, Hyper-V), EC2 instance to AWS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 data between AWS Storage Services (Ex: EFS 🡺 S3 Glacier)</a:t>
            </a:r>
            <a:endParaRPr/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https://aws.amazon.com/datasync/pricing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03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03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1611229" y="12089898"/>
            <a:ext cx="2058703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https://docs.aws.amazon.com/datasync/latest/userguide/what-is-datasync.html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 txBox="1"/>
          <p:nvPr/>
        </p:nvSpPr>
        <p:spPr>
          <a:xfrm>
            <a:off x="1117434" y="2370386"/>
            <a:ext cx="17495419" cy="3549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Flow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go through the internet (On-premises server 🡺 AWS)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go through VPC Endpoint Private Link (Service AWS 🡺 Service AWS)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6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DataSync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1" name="Google Shape;7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1465" y="5780315"/>
            <a:ext cx="8629063" cy="5815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81283" y="5786326"/>
            <a:ext cx="9695450" cy="580900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6"/>
          <p:cNvSpPr/>
          <p:nvPr/>
        </p:nvSpPr>
        <p:spPr>
          <a:xfrm>
            <a:off x="4276257" y="11589316"/>
            <a:ext cx="5479796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transfer between storage on-premises and AWS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15592082" y="11595327"/>
            <a:ext cx="3873851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transfer between AWS storage services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"/>
          <p:cNvSpPr txBox="1"/>
          <p:nvPr/>
        </p:nvSpPr>
        <p:spPr>
          <a:xfrm>
            <a:off x="1117434" y="2370385"/>
            <a:ext cx="13934072" cy="100795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transfer data to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FSx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S3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File System (NFS)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Message Block (SMB)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/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Replication tasks can be scheduled hourly, daily, weekly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7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DataSync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1" name="Google Shape;8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77738" y="1789125"/>
            <a:ext cx="9322392" cy="4111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77738" y="7383918"/>
            <a:ext cx="9385266" cy="4370897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7"/>
          <p:cNvSpPr/>
          <p:nvPr/>
        </p:nvSpPr>
        <p:spPr>
          <a:xfrm>
            <a:off x="16299036" y="6001245"/>
            <a:ext cx="5479796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transfer between storage on-premises and AWS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16330473" y="11754815"/>
            <a:ext cx="54797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EFS 🡺 other EFS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 txBox="1"/>
          <p:nvPr/>
        </p:nvSpPr>
        <p:spPr>
          <a:xfrm>
            <a:off x="1117434" y="2370386"/>
            <a:ext cx="11912766" cy="26588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https://www.youtube.com/watch?v=_qhTF-gB-JE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  <a:p>
            <a:pPr indent="-27971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220"/>
              <a:buFont typeface="Courier New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8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DataSync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 Family Service</a:t>
            </a:r>
            <a:endParaRPr/>
          </a:p>
        </p:txBody>
      </p:sp>
      <p:sp>
        <p:nvSpPr>
          <p:cNvPr id="96" name="Google Shape;96;p9"/>
          <p:cNvSpPr txBox="1"/>
          <p:nvPr/>
        </p:nvSpPr>
        <p:spPr>
          <a:xfrm>
            <a:off x="1117434" y="2481753"/>
            <a:ext cx="21646314" cy="91888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fully-managed service for file transfers into and out of S3 or EFS using the FTP protocol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Support transferring data over the following protocols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Shell (SSH) File Transfer Protocol (SFTP)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Transfer Protocol Secure (FTPS)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Transfer Protocol (FTP)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https://aws.amazon.com/aws-transfer-family/pricing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03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03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1611229" y="12089898"/>
            <a:ext cx="2058703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https://docs.aws.amazon.com/transfer/latest/userguide/what-is-aws-transfer-family.html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 Family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0"/>
          <p:cNvSpPr txBox="1"/>
          <p:nvPr/>
        </p:nvSpPr>
        <p:spPr>
          <a:xfrm>
            <a:off x="1117433" y="2481753"/>
            <a:ext cx="17841899" cy="3757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lakes in AWS for uploads from third parties such as vendors and partners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Internal transfers within your organization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4" name="Google Shape;10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7370" y="6456338"/>
            <a:ext cx="13478441" cy="5839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 Family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1"/>
          <p:cNvSpPr txBox="1"/>
          <p:nvPr/>
        </p:nvSpPr>
        <p:spPr>
          <a:xfrm>
            <a:off x="1117433" y="2481753"/>
            <a:ext cx="9843335" cy="1175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Choose Datasync or Transfer Family</a:t>
            </a:r>
            <a:endParaRPr/>
          </a:p>
        </p:txBody>
      </p:sp>
      <p:pic>
        <p:nvPicPr>
          <p:cNvPr id="111" name="Google Shape;11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2890" y="4346081"/>
            <a:ext cx="13460703" cy="468695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1"/>
          <p:cNvSpPr/>
          <p:nvPr/>
        </p:nvSpPr>
        <p:spPr>
          <a:xfrm>
            <a:off x="6763751" y="9173688"/>
            <a:ext cx="10278979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https://stackoverflow.com/questions/69860667/aws-datasync-vs-aws-transfer-family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 Family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2"/>
          <p:cNvSpPr txBox="1"/>
          <p:nvPr/>
        </p:nvSpPr>
        <p:spPr>
          <a:xfrm>
            <a:off x="1117433" y="2481753"/>
            <a:ext cx="15786935" cy="44604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https://www.youtube.com/watch?v=AQtTG2N_QCg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"/>
          <p:cNvSpPr txBox="1"/>
          <p:nvPr/>
        </p:nvSpPr>
        <p:spPr>
          <a:xfrm>
            <a:off x="1200149" y="571498"/>
            <a:ext cx="1164957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Snow Family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4" name="Google Shape;12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5274" y="5873462"/>
            <a:ext cx="5661251" cy="1862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72546" y="5723503"/>
            <a:ext cx="9844182" cy="1928927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3"/>
          <p:cNvSpPr/>
          <p:nvPr/>
        </p:nvSpPr>
        <p:spPr>
          <a:xfrm>
            <a:off x="4655645" y="7678566"/>
            <a:ext cx="494050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upload to S3</a:t>
            </a:r>
            <a:endParaRPr/>
          </a:p>
        </p:txBody>
      </p:sp>
      <p:sp>
        <p:nvSpPr>
          <p:cNvPr id="127" name="Google Shape;127;p13"/>
          <p:cNvSpPr/>
          <p:nvPr/>
        </p:nvSpPr>
        <p:spPr>
          <a:xfrm>
            <a:off x="13324383" y="7704817"/>
            <a:ext cx="494050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Snow Family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1117433" y="2481752"/>
            <a:ext cx="22007262" cy="10163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FSx Service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cloud drive, you can access &amp; use drive on on-premises via Map Network Drive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types: FSx for Windows File Server, FSx for Lustre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Migrate existing file data into FSx 🡺 Using DataSync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Storage Gateway Service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hybrid unlimited cloud storage, you can access &amp; use drive on on-premises via virtual drive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Low-latency performance by caching frequently accessed data on premises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Types: File Gateway, Volume Gateway, Tape Gateway, FSx File Gateway</a:t>
            </a:r>
            <a:endParaRPr/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03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1117433" y="2481752"/>
            <a:ext cx="23017914" cy="8346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DataSync Service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 large amounts of data quickly from on-premises to AWS or between AWS storages together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Migrate data via the internet or Private Link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Transfer Family Service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Transfers data into and out of S3, EFS using the FTP protocol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 to DataSync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03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1117433" y="2481753"/>
            <a:ext cx="23150262" cy="3294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Snow Family Service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 large amount of data (several TBs, PBs) between on-premises and S3 via physical devices sent to AWS (Not go throught internet)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03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