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jIUsK4ILJK78yubfg1plUGg5ob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0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1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11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1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11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11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12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7" y="3116480"/>
            <a:ext cx="15794390" cy="648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 Lesson 01 to 08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 Assignment 01 to 08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 Quiz 01 to 08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Lab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Quiz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51" y="2370387"/>
            <a:ext cx="6521449" cy="1084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 lesson 01 to 08</a:t>
            </a:r>
            <a:endParaRPr/>
          </a:p>
        </p:txBody>
      </p:sp>
      <p:sp>
        <p:nvSpPr>
          <p:cNvPr id="51" name="Google Shape;51;p3"/>
          <p:cNvSpPr txBox="1"/>
          <p:nvPr/>
        </p:nvSpPr>
        <p:spPr>
          <a:xfrm>
            <a:off x="1200149" y="571498"/>
            <a:ext cx="11563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Lesson 01 to 08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1" y="2370387"/>
            <a:ext cx="8756649" cy="1592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 assignment 01 to 08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1200149" y="571498"/>
            <a:ext cx="11563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Assignment 01 to 08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/>
        </p:nvSpPr>
        <p:spPr>
          <a:xfrm>
            <a:off x="1200151" y="2370387"/>
            <a:ext cx="8756649" cy="1592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 quiz 01 to 08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1200149" y="571498"/>
            <a:ext cx="11563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Quiz 01 to 08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/>
        </p:nvSpPr>
        <p:spPr>
          <a:xfrm>
            <a:off x="1200151" y="2370387"/>
            <a:ext cx="8756649" cy="1592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TODO</a:t>
            </a:r>
            <a:endParaRPr/>
          </a:p>
        </p:txBody>
      </p:sp>
      <p:sp>
        <p:nvSpPr>
          <p:cNvPr id="69" name="Google Shape;69;p6"/>
          <p:cNvSpPr txBox="1"/>
          <p:nvPr/>
        </p:nvSpPr>
        <p:spPr>
          <a:xfrm>
            <a:off x="1200149" y="571498"/>
            <a:ext cx="11563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