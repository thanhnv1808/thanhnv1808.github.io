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5R38D+aYSA/jb1YEON8+NNpPv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4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ws.amazon.com/rds/pricing" TargetMode="External"/><Relationship Id="rId4" Type="http://schemas.openxmlformats.org/officeDocument/2006/relationships/hyperlink" Target="https://docs.aws.amazon.com/AmazonRDS/latest/UserGuide/Welcome.html" TargetMode="External"/><Relationship Id="rId5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hyperlink" Target="https://www.youtube.com/watch?v=o4Sf5Z6E2lk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vJQ5Q3LOQOw" TargetMode="External"/><Relationship Id="rId4" Type="http://schemas.openxmlformats.org/officeDocument/2006/relationships/hyperlink" Target="https://www.youtube.com/watch?v=JjdV4ErMXOo" TargetMode="External"/><Relationship Id="rId5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COsx7UrMGL4" TargetMode="External"/><Relationship Id="rId4" Type="http://schemas.openxmlformats.org/officeDocument/2006/relationships/hyperlink" Target="https://www.youtube.com/watch?v=j5da6d2TIPc" TargetMode="External"/><Relationship Id="rId5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16609039" cy="935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Relational Database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Aurora Service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DynamoDB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ElasticSearch Service &amp; OpenSearch Service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Backup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370386"/>
            <a:ext cx="12350916" cy="6430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Service in AWS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 (SQL)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(SQL – MySQL/PostgreSQL)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DynamoDB Service (NoSQL)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 (Data Warehouse) (Next Lesson)</a:t>
            </a:r>
            <a:endParaRPr/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117434" y="2370386"/>
            <a:ext cx="12851229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RDS stands for Relational Database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EC2 instance, support Relational Database</a:t>
            </a:r>
            <a:endParaRPr/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Postgres, MySQL, Oracle, SQL Server, Aurora - AWS Proprietary database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Horizontal &amp; Vertical scaling, distributed storage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https://aws.amazon.com/rds/pricing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https://docs.aws.amazon.com/AmazonRDS/latest/UserGuide/Welcome.html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31524" y="2370385"/>
            <a:ext cx="8083121" cy="737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16459200" y="9848850"/>
            <a:ext cx="56277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Multi-AZ deployment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200151" y="2370386"/>
            <a:ext cx="6857999" cy="4678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Database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Database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200151" y="2370386"/>
            <a:ext cx="5162549" cy="1249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Database</a:t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737" y="2994943"/>
            <a:ext cx="10958513" cy="172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4901684"/>
            <a:ext cx="5810250" cy="7719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1" y="4901684"/>
            <a:ext cx="13363851" cy="7719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88" y="2457450"/>
            <a:ext cx="13201241" cy="84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23156" y="2457450"/>
            <a:ext cx="10084594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05371" y="5234264"/>
            <a:ext cx="8920163" cy="6195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/>
        </p:nvSpPr>
        <p:spPr>
          <a:xfrm>
            <a:off x="1200151" y="2370386"/>
            <a:ext cx="8115299" cy="3039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05" y="3114676"/>
            <a:ext cx="9852695" cy="4455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6568" y="7742507"/>
            <a:ext cx="5287113" cy="402011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9721013" y="12067203"/>
            <a:ext cx="45419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Workbench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6216" y="3114675"/>
            <a:ext cx="13887016" cy="445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/>
        </p:nvSpPr>
        <p:spPr>
          <a:xfrm>
            <a:off x="1200151" y="2370386"/>
            <a:ext cx="11601449" cy="102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instances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/>
        </p:nvSpPr>
        <p:spPr>
          <a:xfrm>
            <a:off x="1200151" y="2370387"/>
            <a:ext cx="12287249" cy="203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instances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EC2 Instance which is installed database software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7887" y="5186363"/>
            <a:ext cx="11930063" cy="630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1200151" y="2370386"/>
            <a:ext cx="22840949" cy="6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Including: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RAM, CPU, Storage, Instance type, Network, Security, Encryption, Lifecycle, Deletion protection, ... similar to EC2 instance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information (MySQL, SQL Server, ...), Master account, Database, Connection information...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&amp; Restore (S3), Retention period, Monitoring, Log, ...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3940" y="7356760"/>
            <a:ext cx="10074772" cy="4415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0" y="6662324"/>
            <a:ext cx="10439399" cy="5803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/>
        </p:nvSpPr>
        <p:spPr>
          <a:xfrm>
            <a:off x="1200151" y="2370386"/>
            <a:ext cx="14325599" cy="102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auto scaling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you increase storage on your RDS DB instance dynamically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RDS detects you are running out of free database storage, it scales automatically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modify storage if: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storage is less than 10% of allocated storage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Low-storage lasts at least 5 minutes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applications with unpredictable workloads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1664" y="7068514"/>
            <a:ext cx="6481575" cy="508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17391492" y="12102525"/>
            <a:ext cx="45419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84243" y="1441409"/>
            <a:ext cx="3115110" cy="51442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/>
          <p:nvPr/>
        </p:nvSpPr>
        <p:spPr>
          <a:xfrm>
            <a:off x="17070837" y="6388489"/>
            <a:ext cx="45419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auto scaling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1200151" y="2237038"/>
            <a:ext cx="11087099" cy="7254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Databases are usually placed in a private subnet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public IP for public access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access database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Including: endpoint &amp; port, username &amp; password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1200151" y="10561887"/>
            <a:ext cx="11087099" cy="258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2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2379" y="1768414"/>
            <a:ext cx="9009724" cy="5929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8470" y="8549461"/>
            <a:ext cx="5369880" cy="305507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15898685" y="11604534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15718470" y="7743419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in Public subnet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200151" y="2370387"/>
            <a:ext cx="11877021" cy="7021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rest encryption with KMS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In-flight encryption with SSL/TLS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authentication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both username &amp; password and IAM Authentication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Authentication support MySQL and PostgreSQL</a:t>
            </a:r>
            <a:endParaRPr/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200151" y="10561887"/>
            <a:ext cx="11087099" cy="258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2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7172" y="1608387"/>
            <a:ext cx="9354856" cy="404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5496" y="9391605"/>
            <a:ext cx="7537768" cy="261784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4245144" y="12009453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authentication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14718" y="6413708"/>
            <a:ext cx="4819502" cy="51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15085113" y="5670909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4628768" y="11528658"/>
            <a:ext cx="59098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Authentication (Demo: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/>
        </p:nvSpPr>
        <p:spPr>
          <a:xfrm>
            <a:off x="1200151" y="2370387"/>
            <a:ext cx="11601449" cy="10355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Including: snapshot, transaction logs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manual backup, automated backup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Default: Enable automated backup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backup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full backup of the database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logs are backed-up by RDS every 5 minutes          🡺 ability to restore to any point in time (point-in-time restore)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days retention (can be increased to 35 days)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200151" y="10561887"/>
            <a:ext cx="11087099" cy="258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2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8753" y="2370387"/>
            <a:ext cx="7000748" cy="496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38381" y="8011247"/>
            <a:ext cx="6661492" cy="384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/>
        </p:nvSpPr>
        <p:spPr>
          <a:xfrm>
            <a:off x="1200151" y="2370387"/>
            <a:ext cx="17793905" cy="9192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on S3, Incremental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the backup time, the performance will be reduced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restoring, a new database must be created 🡺 the endpoint changing 🡺 You will change code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Restore manual snapshot: </a:t>
            </a:r>
            <a:r>
              <a:rPr b="0" i="0" lang="en-US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https://www.youtube.com/watch?v=vJQ5Q3LOQOw</a:t>
            </a: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Restore manual automated backup: </a:t>
            </a:r>
            <a:r>
              <a:rPr b="0" i="0" lang="en-US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https://www.youtube.com/watch?v=JjdV4ErMXOo</a:t>
            </a: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will perform updates under hardware, OS, database engine version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the update, performance is affected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1200151" y="10561887"/>
            <a:ext cx="11087099" cy="2582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2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34728" y="8295992"/>
            <a:ext cx="8373644" cy="4058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1200151" y="2370386"/>
            <a:ext cx="11913965" cy="217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Single-AZ Deployment, Multi-AZ deployment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997" y="4774425"/>
            <a:ext cx="6979407" cy="675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3944" y="4941836"/>
            <a:ext cx="13654645" cy="6591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/>
          <p:nvPr/>
        </p:nvSpPr>
        <p:spPr>
          <a:xfrm>
            <a:off x="2452144" y="11570390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Single-AZ Deployment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14162711" y="11570390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Multi-AZ Deployment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1200151" y="2370386"/>
            <a:ext cx="12620021" cy="824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Multi-AZ deployment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DB instance on multiple zones to increase HA &amp; failover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EC2 instance and server on on-premises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mode: Read Replicas, Standby replicas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workloads to other database instance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database</a:t>
            </a:r>
            <a:endParaRPr/>
          </a:p>
          <a:p>
            <a:pPr indent="-35337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496" y="4409223"/>
            <a:ext cx="5638800" cy="5607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1376" y="4409223"/>
            <a:ext cx="5040287" cy="5396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/>
        </p:nvSpPr>
        <p:spPr>
          <a:xfrm>
            <a:off x="1200151" y="2370386"/>
            <a:ext cx="14935199" cy="5573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the Primary DB instance into many Secondary DB instances (Read Replicas DB) for reading request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DB using for writing/reading request, Read Replicas DB using for reading request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DB usually uses General SSD, and Read Replicas DB use Provision IOPS for storage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5426" y="2370386"/>
            <a:ext cx="7400874" cy="675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/>
          <p:nvPr/>
        </p:nvSpPr>
        <p:spPr>
          <a:xfrm>
            <a:off x="17537307" y="9124950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0" y="7679511"/>
            <a:ext cx="7105650" cy="492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1200151" y="2370386"/>
            <a:ext cx="23183849" cy="538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4" marL="2389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provides 2 independent endpoints for Primary DB instance &amp; Read Replicas DB 🡺 Applications must update the connection string to leverage read replicas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 is ASYNC (Near real-time synchronized)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 to 5 Read Replicas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share workloads with other database instance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3953" y="7393224"/>
            <a:ext cx="5108640" cy="4102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12533289" y="11593951"/>
            <a:ext cx="649035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DB Instance Endpoint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9160016" y="11593951"/>
            <a:ext cx="49971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73850" y="7393224"/>
            <a:ext cx="4569444" cy="420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750" y="8160446"/>
            <a:ext cx="11989688" cy="2602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200151" y="2370386"/>
            <a:ext cx="21126450" cy="42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Standby replicas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backup primary DB instance and setup secondary DB instance on another zone (standby replicas)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 backup Primary DB instance for Disaster Recovery, recommended use for production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 endpoint for both Primary DB instance &amp; Standby Replicas DB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3550" y="6647240"/>
            <a:ext cx="5167195" cy="498817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3044321" y="11753653"/>
            <a:ext cx="1682483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4" marL="177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0" i="1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failover: When there is a problem with the Primary DB Instance, the Secondary DB Instance in another zone will be assigned as the primary key, without admin intervention (it takes about 60s 🡪 120s)</a:t>
            </a:r>
            <a:endParaRPr/>
          </a:p>
        </p:txBody>
      </p:sp>
      <p:pic>
        <p:nvPicPr>
          <p:cNvPr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25550" y="6666498"/>
            <a:ext cx="5098190" cy="496891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/>
          <p:nvPr/>
        </p:nvSpPr>
        <p:spPr>
          <a:xfrm>
            <a:off x="11355632" y="8525818"/>
            <a:ext cx="2121625" cy="156105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1200151" y="2370386"/>
            <a:ext cx="11601449" cy="5382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4" marL="2389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downtime operation (no need to stop the DB)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snapshot is taken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 DB is restored from the snapshot in a new AZ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Synchronization is established between the two databases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0" y="7817860"/>
            <a:ext cx="3977001" cy="45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200151" y="8256836"/>
            <a:ext cx="8077199" cy="88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1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8808" y="2370385"/>
            <a:ext cx="8361134" cy="764650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15798588" y="10019030"/>
            <a:ext cx="62215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 &amp; Standby replicas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1200150" y="2370386"/>
            <a:ext cx="14171030" cy="7155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Cross A-Z, Cross Region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region: free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region: charged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replicas: </a:t>
            </a:r>
            <a:r>
              <a:rPr b="0" i="0" lang="en-US" sz="3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https://www.youtube.com/watch?v=COsx7UrMGL4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read replica writable: </a:t>
            </a:r>
            <a:r>
              <a:rPr b="0" i="0" lang="en-US" sz="3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https://www.youtube.com/watch?v=j5da6d2TIPc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69973" y="2370386"/>
            <a:ext cx="12609177" cy="429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1117434" y="2370386"/>
            <a:ext cx="13327771" cy="915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Advantage over using RDS versus deploying DB on EC2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RDS is a managed service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provisioning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capability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 for improved read performance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AZ setup for Disaster Recovery, HA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you can’t SSH into your database instances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11582400" y="2370386"/>
            <a:ext cx="12983183" cy="946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3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backed by EBS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backups and restore to specific timestamp (Point in Time Restore)!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windows for upgrades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dashboards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1200151" y="2370386"/>
            <a:ext cx="23050499" cy="10164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RDS is EC2 instance, support Relational Database (PostgresSQL, MySQL, Oracle, SQL Server, Aurora)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Hardware, Network, Security, Encryption, Lifecycle, ... similar to EC2 instance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information (MySQL, SQL Server, ...), Master account, Database, Connection information...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&amp; Restore (S3), Retention period, Monitoring, Log, ...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 scaling storage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Encryption: At rest - KMS, In-flight - SSL/TLS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Authentication: Endpoint &amp; port &amp; username &amp; password / IAM Authentication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1200151" y="2370386"/>
            <a:ext cx="21774149" cy="1035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Private/public access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Backup: including snapshot, transaction logs, manual backup/automated backup, 7 -&gt; 35 days retention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Restore: point-in-time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Multi-AZ deployment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Replicas: Share workloads to other database instance for minimize latency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Standby replicas: for backup database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 A-Z: for high availability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Cross Region</a:t>
            </a:r>
            <a:endParaRPr/>
          </a:p>
          <a:p>
            <a:pPr indent="-261302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