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qOpsVv/B2EgpqllR7cKWfZBS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6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7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7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7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7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7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8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elasticache/pricing/" TargetMode="External"/><Relationship Id="rId4" Type="http://schemas.openxmlformats.org/officeDocument/2006/relationships/hyperlink" Target="https://docs.aws.amazon.com/elasticache/index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aws.amazon.com/AmazonElastiCache/latest/red-ug/GettingStarted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st.github.com/LeCoupa/1596b8f359ad8812c7271b5322c30946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hyperlink" Target="https://gist.github.com/LeCoupa/1596b8f359ad8812c7271b5322c30946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hyperlink" Target="https://docs.aws.amazon.com/AmazonElastiCache/latest/red-ug/AutoScaling.html" TargetMode="External"/><Relationship Id="rId5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aws.amazon.com/AmazonElastiCache/latest/red-ug/auth.html" TargetMode="External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aws.amazon.com/AmazonElastiCache/latest/red-ug/RedisAOF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aws.amazon.com/AmazonElastiCache/latest/mem-ug/Strategies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aws.amazon.com/AmazonElastiCache/latest/mem-ug/WhatIs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hyperlink" Target="https://docs.aws.amazon.com/AmazonElastiCache/latest/red-ug/SelectEngine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12279858" cy="53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ElastiCache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On-premise strategy with AWS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22428366" cy="7826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an distributed in-memory cache environments in the AWS Cloud (Storing data on RAM)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Key-value format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performance, low latency, resizable, and cost-effective in-memory cache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need to modify application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https://aws.amazon.com/elasticache/pricing/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https://docs.aws.amazon.com/elasticache/index.html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614" y="3170486"/>
            <a:ext cx="15209636" cy="862701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1117434" y="2370386"/>
            <a:ext cx="10636416" cy="136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Redis and Memcached engines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399953" y="12039599"/>
            <a:ext cx="7088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helps relieve load in 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117434" y="2370386"/>
            <a:ext cx="21342516" cy="9614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Accelerate application performance</a:t>
            </a:r>
            <a:endParaRPr/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Access data with microsecond latency and high throughput for lightning-fast application performance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database load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Cache your data to reduce pressure on your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low-latency data stores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ElastiCache to store non-durable datasets in memory and support real-time applications with microsecond latency.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050" y="1600200"/>
            <a:ext cx="9906334" cy="4856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617" y="7255732"/>
            <a:ext cx="9908734" cy="485722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5576439" y="6481482"/>
            <a:ext cx="2029722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834740" y="12112953"/>
            <a:ext cx="20104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Messaging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3473" y="7255732"/>
            <a:ext cx="9845851" cy="482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15610124" y="12082128"/>
            <a:ext cx="3304110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10716" y="1625437"/>
            <a:ext cx="7265098" cy="485604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5532349" y="6482658"/>
            <a:ext cx="3034805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store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1200151" y="2370386"/>
            <a:ext cx="11601449" cy="79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Redis (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mote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ctionary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erver)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 access to the 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EC2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Cluster from EC2 Instance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657600" y="11907678"/>
            <a:ext cx="16383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https://docs.aws.amazon.com/AmazonElastiCache/latest/red-ug/GettingStarted.html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7177" y="3200399"/>
            <a:ext cx="69913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091" y="6191249"/>
            <a:ext cx="23955523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 txBox="1"/>
          <p:nvPr/>
        </p:nvSpPr>
        <p:spPr>
          <a:xfrm>
            <a:off x="1200151" y="2370386"/>
            <a:ext cx="5257799" cy="83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cluster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3370" y="1868825"/>
            <a:ext cx="15810589" cy="660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5258" y="8699060"/>
            <a:ext cx="13626815" cy="359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19" y="3171959"/>
            <a:ext cx="11011712" cy="8869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7950" y="3171959"/>
            <a:ext cx="90297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11851" y="5968158"/>
            <a:ext cx="10161897" cy="622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/>
          <p:nvPr/>
        </p:nvSpPr>
        <p:spPr>
          <a:xfrm>
            <a:off x="2428221" y="12041461"/>
            <a:ext cx="4631397" cy="6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Security group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5082697" y="12135496"/>
            <a:ext cx="6125395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Grant Security group to Cluster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1200151" y="2370386"/>
            <a:ext cx="8000999" cy="801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 access to the cluster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051" y="3162300"/>
            <a:ext cx="12075525" cy="3420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3051" y="7374749"/>
            <a:ext cx="12075525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3975" y="10562932"/>
            <a:ext cx="1035367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1200151" y="2370386"/>
            <a:ext cx="4686299" cy="7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EC2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3438524" y="11964828"/>
            <a:ext cx="172116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commands: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https://gist.github.com/LeCoupa/1596b8f359ad8812c7271b5322c30946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2181" y="3143250"/>
            <a:ext cx="18344359" cy="88215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2"/>
          <p:cNvSpPr txBox="1"/>
          <p:nvPr/>
        </p:nvSpPr>
        <p:spPr>
          <a:xfrm>
            <a:off x="1200151" y="2370386"/>
            <a:ext cx="9582149" cy="772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Cluster from EC2 Instance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200151" y="2370385"/>
            <a:ext cx="11601449" cy="996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Datastore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Redis-cli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200152" y="2370386"/>
            <a:ext cx="12948986" cy="840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Datastore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 list of cluster that is replicated across multiple regions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in a region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(active) cluster: Using for reading/writing request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(passive) cluster: Using for only reading request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0999" y="1704482"/>
            <a:ext cx="9362853" cy="52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/>
          <p:nvPr/>
        </p:nvSpPr>
        <p:spPr>
          <a:xfrm>
            <a:off x="16807600" y="7055300"/>
            <a:ext cx="3865161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Datastore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84439" y="7639050"/>
            <a:ext cx="10255971" cy="500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/>
        </p:nvSpPr>
        <p:spPr>
          <a:xfrm>
            <a:off x="1200152" y="2351336"/>
            <a:ext cx="12897814" cy="10486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 (Node Group)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group of nodes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500 shard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6 nodes in a shard (1 primary + 5 replicas)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ElastiCache Instance (Similar to EC2 Instance)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Reserved &amp; On-demand Instance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must have the same instance type &amp; cache engine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Primary Instance (Read/Write), Read replica (Reading)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6121" y="2351336"/>
            <a:ext cx="9965372" cy="4278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17693004" y="6654111"/>
            <a:ext cx="1960794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3117" y="8313820"/>
            <a:ext cx="10431379" cy="27098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17743950" y="11053107"/>
            <a:ext cx="1744388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1200151" y="2351336"/>
            <a:ext cx="22766753" cy="4614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DNS name (Endpoint) and Port for Application on EC2 Instance to access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cluster has only 1 node 🡺 That node is the primary instance, Endpoint will use for both reading/writing request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cluster has only 1 shared 🡺 Primary Endpoint use for writing request &amp; Reader Endpoint use for read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436008" y="10200159"/>
            <a:ext cx="7168950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Endpoint &amp; Reader Endpoint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97" y="8071507"/>
            <a:ext cx="12587513" cy="232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0" y="8071507"/>
            <a:ext cx="11410723" cy="232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16709638" y="10306266"/>
            <a:ext cx="3350597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Endpoint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1200151" y="2351335"/>
            <a:ext cx="23183849" cy="5334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cluster has many shared 🡺 Configuration Endpoint use for both reading/writing request (you can still access each endpoint node)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584317" y="6882064"/>
            <a:ext cx="4911922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Endpoint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6866" y="3620703"/>
            <a:ext cx="10547819" cy="326136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1200152" y="7933997"/>
            <a:ext cx="10819395" cy="331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Redis-cli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Installed on the application to access the cluster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commands: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1200152" y="2351336"/>
            <a:ext cx="5513470" cy="190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event history 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8378" y="4696576"/>
            <a:ext cx="17287875" cy="5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/>
        </p:nvSpPr>
        <p:spPr>
          <a:xfrm>
            <a:off x="1200151" y="2158825"/>
            <a:ext cx="13474790" cy="9632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data to cluster from RDS file saved on S3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mode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Disabled: Single-node or Multi-node (single shared)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Enabled: Multi-shared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&amp; Auto-Failover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there is a problem with the Primary Instance, it will automatically assign the Replica Instance to be Primary Instance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9405" y="5660019"/>
            <a:ext cx="10742563" cy="2211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17690070" y="10745763"/>
            <a:ext cx="26212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mode</a:t>
            </a:r>
            <a:endParaRPr/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67288" y="8001264"/>
            <a:ext cx="8259141" cy="279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16541397" y="4422225"/>
            <a:ext cx="48077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data from RDS file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60790" y="3023971"/>
            <a:ext cx="9168930" cy="1378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1200151" y="2158826"/>
            <a:ext cx="14823448" cy="10510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increase/decrease the size of shard or replica in a cluster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support Global Datastore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scaling (Target tracking scaling policies): based on metric of CloudWatch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Scheduled scaling: based on date &amp; time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&amp; Restore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/ Manual, S3, retention period (1 🡪 35 days)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restore new cluster from snapshot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8119259" y="6892784"/>
            <a:ext cx="35666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47458" y="1574050"/>
            <a:ext cx="6910274" cy="536686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18084479" y="7516466"/>
            <a:ext cx="360145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23599" y="8369718"/>
            <a:ext cx="7757991" cy="322273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16146668" y="11592449"/>
            <a:ext cx="758220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instance, make sure there is enough RAM to take the snapshot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1849856" y="2351334"/>
            <a:ext cx="14779465" cy="9671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groups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ACL (Access Control List)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support IAM authentication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types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Access Control: everyone can access cluster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Group Access Control List: only users in the group can access cluster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AUTH Default User: set a “password/token” when creating a Redis 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Encryption: In transit – SSL / At rest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0434136" y="12022632"/>
            <a:ext cx="3264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ACL Tutorial: </a:t>
            </a:r>
            <a:r>
              <a:rPr b="0" i="1" lang="en-US" sz="2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33196" y="2351336"/>
            <a:ext cx="3977593" cy="58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/>
        </p:nvSpPr>
        <p:spPr>
          <a:xfrm>
            <a:off x="1849856" y="2435552"/>
            <a:ext cx="22441902" cy="9776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Monitoring: CloudWatch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only files (AOF)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the data in a Redis node on ElastiCache resides only in memory and isn't persistent 🡺 If a node is rebooted, or if the underlying physical server experiences a hardware failure, the data in the cache is lost.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save data to file with AOF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support t1 and t2 nodes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1849855" y="2351336"/>
            <a:ext cx="15838705" cy="711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strategy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Lazy loading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data in the cache 🡺 then query to the database to get data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read data is cached, data can become stale in cache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Write-through: Adds or update data in the cache when written to a DB (no stale data)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Store: store temporary session data in a cache (Add TTL - time to live)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9491410" y="12175032"/>
            <a:ext cx="55385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strategy Tutorial: </a:t>
            </a:r>
            <a:r>
              <a:rPr b="0" i="1" lang="en-US" sz="2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9491410" y="8518522"/>
            <a:ext cx="55385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Lazy Loading </a:t>
            </a:r>
            <a:endParaRPr b="0" i="1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737" y="4158617"/>
            <a:ext cx="10433407" cy="4210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83850" y="3679029"/>
            <a:ext cx="8794504" cy="4689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/>
        </p:nvSpPr>
        <p:spPr>
          <a:xfrm>
            <a:off x="1200151" y="2310225"/>
            <a:ext cx="9989217" cy="10539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Memcached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Redis, support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&amp; Auto-Failover, Auto scaling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DNS name &amp; Port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Provide only configuration endpoint, default port: 11211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strategy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657600" y="12040030"/>
            <a:ext cx="16383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https://docs.aws.amazon.com/AmazonElastiCache/latest/mem-ug/WhatIs.html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12241129" y="2262096"/>
            <a:ext cx="8393029" cy="987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3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support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Shard, Global Datastore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only files (AOF)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&amp; Group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&amp; Restore, Encryption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data from S3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/>
        </p:nvSpPr>
        <p:spPr>
          <a:xfrm>
            <a:off x="1200151" y="2310225"/>
            <a:ext cx="11740345" cy="10022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Comparing Redis &amp; Memcached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Memcached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simple datatype as value-key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multi-thread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(recommended)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more complex datatypes like String, hash, set, ...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features than Memcached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support multi-thread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11302666" y="2262096"/>
            <a:ext cx="13109408" cy="987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3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6317" y="2310225"/>
            <a:ext cx="10107265" cy="6046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/>
          <p:nvPr/>
        </p:nvSpPr>
        <p:spPr>
          <a:xfrm>
            <a:off x="13964652" y="8357006"/>
            <a:ext cx="8787063" cy="114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716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https://docs.aws.amazon.com/AmazonElastiCache/latest/red-ug/SelectEngine.html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1117434" y="2370386"/>
            <a:ext cx="10636416" cy="136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ElastiCache &amp; DAX - DynamoDB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99" y="5178456"/>
            <a:ext cx="10602151" cy="4959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1200151" y="2389436"/>
            <a:ext cx="22421849" cy="97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ElastiCache is an distributed in-memory cache environments in the AWS Cloud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Storing data on RAM, Key-value format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performance, low latency, resizable, and cost-effective in-memory cache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Redis and Memcached engines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Accelerate application performance, Ease database load, Build low-latency data stores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Redis components: Global Datastore, Cluster, Shard, Node, Endpoint, Redis-cli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1200151" y="2389436"/>
            <a:ext cx="22421849" cy="97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data to cluster from RDS file saved on S3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&amp; Auto-Failover, Auto Scaling, Backup &amp; Restore, Security groups, ACL, Encryption, Monitoring, Maintenance, … similar to EC2 instance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only files (AOF)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strategy: Lazy loading, Write-through, Session Store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1200151" y="2389436"/>
            <a:ext cx="12264389" cy="9863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Comparing Memcached &amp; Redis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Memcached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simple datatype as value-key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multi-thread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more complex datatypes like String, hash, set, ...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features than Memcached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support multi-thread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92" name="Google Shape;292;p33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