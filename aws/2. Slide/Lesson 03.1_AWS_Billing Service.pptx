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3716000" cx="24384000"/>
  <p:notesSz cx="6797675" cy="9929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iXNqCvsmeqkb2q6TYU/DdeoEXP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" name="Google Shape;33;p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p1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fld id="{00000000-1234-1234-1234-123412341234}" type="slidenum"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017132" y="859479"/>
            <a:ext cx="2950192" cy="113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ell phone&#10;&#10;Description automatically generated" id="13" name="Google Shape;13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3"/>
          <p:cNvSpPr txBox="1"/>
          <p:nvPr>
            <p:ph type="title"/>
          </p:nvPr>
        </p:nvSpPr>
        <p:spPr>
          <a:xfrm>
            <a:off x="1845217" y="357188"/>
            <a:ext cx="15794390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2" type="sldNum"/>
          </p:nvPr>
        </p:nvSpPr>
        <p:spPr>
          <a:xfrm>
            <a:off x="8820083" y="13156977"/>
            <a:ext cx="6743833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</a:t>
            </a:r>
            <a:r>
              <a:rPr i="1" lang="en-US"/>
              <a:t>© </a:t>
            </a:r>
            <a:r>
              <a:rPr lang="en-US"/>
              <a:t>VTI Academy All Right Reserved 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14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cap="flat" cmpd="sng" w="19050">
            <a:solidFill>
              <a:srgbClr val="3C5A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" name="Google Shape;18;p14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4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</a:t>
            </a:r>
            <a:r>
              <a:rPr b="1" i="1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</a:t>
            </a: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 All Right Reserved </a:t>
            </a:r>
            <a:endParaRPr b="1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0" name="Google Shape;20;p14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" name="Google Shape;21;p14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22" name="Google Shape;2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52276" y="-25180"/>
            <a:ext cx="5131724" cy="1437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1845217" y="357188"/>
            <a:ext cx="18701658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6" name="Google Shape;26;p15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7" name="Google Shape;27;p15"/>
          <p:cNvSpPr txBox="1"/>
          <p:nvPr>
            <p:ph idx="12" type="sldNum"/>
          </p:nvPr>
        </p:nvSpPr>
        <p:spPr>
          <a:xfrm>
            <a:off x="11962817" y="13073062"/>
            <a:ext cx="448840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8" name="Google Shape;28;p15"/>
          <p:cNvCxnSpPr/>
          <p:nvPr/>
        </p:nvCxnSpPr>
        <p:spPr>
          <a:xfrm>
            <a:off x="1845217" y="1893677"/>
            <a:ext cx="18701658" cy="0"/>
          </a:xfrm>
          <a:prstGeom prst="straightConnector1">
            <a:avLst/>
          </a:prstGeom>
          <a:noFill/>
          <a:ln cap="rnd" cmpd="sng" w="38100">
            <a:solidFill>
              <a:srgbClr val="057BB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close up of a sign&#10;&#10;Description automatically generated" id="29" name="Google Shape;29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12883" y="427995"/>
            <a:ext cx="2645634" cy="163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63373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63373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63373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63373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633729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633729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633729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633729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633729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hyperlink" Target="mailto:duy.nguyenngoc1@vti.com.v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hyperlink" Target="https://docs.aws.amazon.com/cost-management/latest/userguide/what-is-costmanagement.html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Relationship Id="rId7" Type="http://schemas.openxmlformats.org/officeDocument/2006/relationships/image" Target="../media/image9.png"/><Relationship Id="rId8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6.png"/><Relationship Id="rId6" Type="http://schemas.openxmlformats.org/officeDocument/2006/relationships/image" Target="../media/image17.png"/><Relationship Id="rId7" Type="http://schemas.openxmlformats.org/officeDocument/2006/relationships/hyperlink" Target="https://docs.aws.amazon.com/cost-management/latest/userguide/budgets-create.html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2XilJFirnWY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drawing&#10;&#10;Description automatically generated" id="35" name="Google Shape;3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650" y="1753558"/>
            <a:ext cx="5103775" cy="142974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"/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TO ENTERPRISE</a:t>
            </a:r>
            <a:endParaRPr/>
          </a:p>
        </p:txBody>
      </p:sp>
      <p:sp>
        <p:nvSpPr>
          <p:cNvPr id="37" name="Google Shape;37;p1"/>
          <p:cNvSpPr txBox="1"/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4400"/>
              <a:buFont typeface="Times New Roman"/>
              <a:buNone/>
            </a:pPr>
            <a:r>
              <a:rPr b="0" i="0" lang="en-US" sz="10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</a:t>
            </a:r>
            <a:endParaRPr b="0" i="0" sz="10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Author: </a:t>
            </a:r>
            <a:r>
              <a:rPr b="1" i="0" lang="en-US" sz="5000" u="sng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duy.nguyenngoc1@vti.com.vn</a:t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/>
          <p:nvPr>
            <p:ph type="title"/>
          </p:nvPr>
        </p:nvSpPr>
        <p:spPr>
          <a:xfrm>
            <a:off x="1845217" y="357188"/>
            <a:ext cx="15794390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8200"/>
              <a:buFont typeface="Times New Roman"/>
              <a:buNone/>
            </a:pPr>
            <a:r>
              <a:rPr lang="en-US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Agenda</a:t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9375670" y="13198291"/>
            <a:ext cx="5734262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Times New Roman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</a:t>
            </a:r>
            <a:r>
              <a:rPr b="0" i="1" lang="en-US" sz="2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</a:t>
            </a:r>
            <a:r>
              <a:rPr b="0" i="0" lang="en-US" sz="2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 All Rights Reserved </a:t>
            </a:r>
            <a:endParaRPr/>
          </a:p>
        </p:txBody>
      </p:sp>
      <p:sp>
        <p:nvSpPr>
          <p:cNvPr id="45" name="Google Shape;45;p2"/>
          <p:cNvSpPr txBox="1"/>
          <p:nvPr/>
        </p:nvSpPr>
        <p:spPr>
          <a:xfrm>
            <a:off x="1845217" y="3116480"/>
            <a:ext cx="15217098" cy="93290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Billing Service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EC2 Service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Assignments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Quiz</a:t>
            </a:r>
            <a:endParaRPr b="0" i="0" sz="6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Billing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" name="Google Shape;51;p3"/>
          <p:cNvSpPr txBox="1"/>
          <p:nvPr/>
        </p:nvSpPr>
        <p:spPr>
          <a:xfrm>
            <a:off x="1200151" y="2370386"/>
            <a:ext cx="11163299" cy="10335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Cost management and payment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Export Report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View Billing Service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View Free Tier Services by Usage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View Monthly Billing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Setup AWS Budget </a:t>
            </a:r>
            <a:endParaRPr/>
          </a:p>
          <a:p>
            <a:pPr indent="-60325" lvl="1" marL="8731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2" name="Google Shape;5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0" y="2917636"/>
            <a:ext cx="14478000" cy="5654863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"/>
          <p:cNvSpPr/>
          <p:nvPr/>
        </p:nvSpPr>
        <p:spPr>
          <a:xfrm>
            <a:off x="2647950" y="11895862"/>
            <a:ext cx="1899285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https://docs.aws.amazon.com/cost-management/latest/userguide/what-is-costmanagement.html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Billing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9" name="Google Shape;5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2801" y="3739731"/>
            <a:ext cx="8103650" cy="337017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4"/>
          <p:cNvSpPr/>
          <p:nvPr/>
        </p:nvSpPr>
        <p:spPr>
          <a:xfrm>
            <a:off x="3892685" y="7125150"/>
            <a:ext cx="299693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Root User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1" name="Google Shape;6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98" y="3604711"/>
            <a:ext cx="2940502" cy="3505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67856" y="3616839"/>
            <a:ext cx="3380337" cy="3744884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4"/>
          <p:cNvSpPr/>
          <p:nvPr/>
        </p:nvSpPr>
        <p:spPr>
          <a:xfrm>
            <a:off x="16867803" y="7385820"/>
            <a:ext cx="299693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IAM User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4" name="Google Shape;64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648193" y="2370386"/>
            <a:ext cx="9675830" cy="4991337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4"/>
          <p:cNvSpPr txBox="1"/>
          <p:nvPr/>
        </p:nvSpPr>
        <p:spPr>
          <a:xfrm>
            <a:off x="1200151" y="2370386"/>
            <a:ext cx="5867399" cy="1230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View Billing Service</a:t>
            </a:r>
            <a:endParaRPr/>
          </a:p>
          <a:p>
            <a:pPr indent="-60325" lvl="1" marL="8731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1095411" y="7849205"/>
            <a:ext cx="9733738" cy="1230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View Free Tier Services by Usage</a:t>
            </a:r>
            <a:endParaRPr/>
          </a:p>
          <a:p>
            <a:pPr indent="-60325" lvl="1" marL="8731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7" name="Google Shape;67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73157" y="8669810"/>
            <a:ext cx="8620977" cy="3895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315248" y="8156585"/>
            <a:ext cx="10621267" cy="44083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Billing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5"/>
          <p:cNvSpPr txBox="1"/>
          <p:nvPr/>
        </p:nvSpPr>
        <p:spPr>
          <a:xfrm>
            <a:off x="1200151" y="2370386"/>
            <a:ext cx="9733738" cy="1230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View Monthly Billing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0325" lvl="1" marL="8731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6688" y="4048000"/>
            <a:ext cx="13865661" cy="690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Billing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1200151" y="2370386"/>
            <a:ext cx="9733738" cy="1230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Setup AWS Budget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0325" lvl="1" marL="8731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2" name="Google Shape;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64079" y="3265618"/>
            <a:ext cx="9903365" cy="3318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8156" y="8069727"/>
            <a:ext cx="4052074" cy="1875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244853" y="8030711"/>
            <a:ext cx="9836934" cy="272395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6"/>
          <p:cNvSpPr/>
          <p:nvPr/>
        </p:nvSpPr>
        <p:spPr>
          <a:xfrm>
            <a:off x="10862715" y="6584252"/>
            <a:ext cx="299693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4616041" y="11443288"/>
            <a:ext cx="299693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budget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15405390" y="10754667"/>
            <a:ext cx="403047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Choose Budget Type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8" name="Google Shape;88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96056" y="3383908"/>
            <a:ext cx="2639971" cy="815751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6"/>
          <p:cNvSpPr/>
          <p:nvPr/>
        </p:nvSpPr>
        <p:spPr>
          <a:xfrm>
            <a:off x="3296056" y="12026407"/>
            <a:ext cx="177165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https://docs.aws.amazon.com/cost-management/latest/userguide/budgets-create.html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Billing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5" name="Google Shape;9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42497" y="1678038"/>
            <a:ext cx="8124499" cy="587008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45036" y="8518441"/>
            <a:ext cx="10227234" cy="319601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7"/>
          <p:cNvSpPr/>
          <p:nvPr/>
        </p:nvSpPr>
        <p:spPr>
          <a:xfrm>
            <a:off x="14743417" y="7546210"/>
            <a:ext cx="403047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Config Alert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14972471" y="11809520"/>
            <a:ext cx="403047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9" name="Google Shape;9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2295" y="1750874"/>
            <a:ext cx="9429814" cy="996357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7"/>
          <p:cNvSpPr/>
          <p:nvPr/>
        </p:nvSpPr>
        <p:spPr>
          <a:xfrm>
            <a:off x="3128591" y="11783833"/>
            <a:ext cx="403047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Config Budget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Billing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9828971" y="10595628"/>
            <a:ext cx="403047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Email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7" name="Google Shape;10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3889" y="2680742"/>
            <a:ext cx="18242921" cy="7821116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8"/>
          <p:cNvSpPr/>
          <p:nvPr/>
        </p:nvSpPr>
        <p:spPr>
          <a:xfrm>
            <a:off x="7961085" y="11990389"/>
            <a:ext cx="838562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https://www.youtube.com/watch?v=2XilJFirnWY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9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"/>
          <p:cNvSpPr/>
          <p:nvPr/>
        </p:nvSpPr>
        <p:spPr>
          <a:xfrm>
            <a:off x="9375670" y="13198291"/>
            <a:ext cx="5734262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</a:t>
            </a:r>
            <a:r>
              <a:rPr b="0" i="1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 All Rights Reserved </a:t>
            </a:r>
            <a:endParaRPr/>
          </a:p>
        </p:txBody>
      </p:sp>
      <p:sp>
        <p:nvSpPr>
          <p:cNvPr id="121" name="Google Shape;121;p10"/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17F"/>
              </a:buClr>
              <a:buSzPts val="8800"/>
              <a:buFont typeface="Times New Roman"/>
              <a:buNone/>
            </a:pPr>
            <a:r>
              <a:rPr b="0" i="0" lang="en-US" sz="8800" u="none" cap="none" strike="noStrike">
                <a:solidFill>
                  <a:srgbClr val="0051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Nguyen Anh Quan (VTI.GA)</dc:creator>
</cp:coreProperties>
</file>