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jGDKGjkCPk1r6jJOrMaLJdMiS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7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1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1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utorialsdojo.com/aws-cheat-sheets" TargetMode="External"/><Relationship Id="rId4" Type="http://schemas.openxmlformats.org/officeDocument/2006/relationships/hyperlink" Target="https://media.whizlabs.com/website/CSAA-Whizcard--Revised-19-07-2021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21746304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Learned services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CheatSheet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3" y="2268392"/>
            <a:ext cx="9985995" cy="9684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Global Infrastructure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EC2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Lambda, Step Function, SWF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ECS, EKS, Fargate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Autoscaling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Beanstalk</a:t>
            </a:r>
            <a:endParaRPr/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200149" y="2257503"/>
            <a:ext cx="9348108" cy="1041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Storage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S3, S3 Glacier</a:t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11389170" y="2257504"/>
            <a:ext cx="10556430" cy="8813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Database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RDS, Aurora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DynamoDB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RedShift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Neptune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1221931" y="2257504"/>
            <a:ext cx="6996794" cy="9205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Analytics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Glue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QuickSight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SageMaker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ElastiSearch, OpenSearch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1389170" y="2257503"/>
            <a:ext cx="12994830" cy="1041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Migration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Datasync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Family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 Family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Migration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Migration Service, VM Import/Export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Discovery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12227377" y="2257504"/>
            <a:ext cx="9348108" cy="825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Cache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ElastiCache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DAX Dynamo</a:t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1200149" y="2257503"/>
            <a:ext cx="9348108" cy="1041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Network &amp; Content Delivery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VPC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ELB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Accelerator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Route53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2227377" y="2257503"/>
            <a:ext cx="9348108" cy="9727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Security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Shield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WAF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Firewall Manager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GuardDuty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Inspector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Macie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1200149" y="2257504"/>
            <a:ext cx="9348108" cy="1038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Identity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Cognito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Sign-On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12227377" y="2257503"/>
            <a:ext cx="9348108" cy="1041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Management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CloudTrail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CloudFormation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1200149" y="2257504"/>
            <a:ext cx="9348108" cy="9988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 &amp; Parameter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KMS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CloudHSM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Manager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SSM Parameter Store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12227377" y="2257503"/>
            <a:ext cx="9348108" cy="9727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3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Gateway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ECS, ECR, EKS, CodePipeline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1200149" y="2257503"/>
            <a:ext cx="9348108" cy="1041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 Service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AmazonMQ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SNS, SES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Cognito, Single Sign-On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MediaConvert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AppSync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12227377" y="2257503"/>
            <a:ext cx="9348108" cy="9727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Other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Opsworks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WorkSpaces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Workdocs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Advisor</a:t>
            </a:r>
            <a:endParaRPr/>
          </a:p>
        </p:txBody>
      </p:sp>
      <p:sp>
        <p:nvSpPr>
          <p:cNvPr id="100" name="Google Shape;100;p10"/>
          <p:cNvSpPr txBox="1"/>
          <p:nvPr/>
        </p:nvSpPr>
        <p:spPr>
          <a:xfrm>
            <a:off x="1200149" y="2257503"/>
            <a:ext cx="9348108" cy="10413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Billing and Cost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Service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Management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services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>
            <a:off x="1200148" y="2257503"/>
            <a:ext cx="9525001" cy="860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Architecture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Architecture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Lakehouse Architecture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Serverless Architecture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Well-Architected Framework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CheatSheet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200149" y="2257503"/>
            <a:ext cx="22345651" cy="4752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https://tutorialsdojo.com/aws-cheat-sheets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https://media.whizlabs.com/website/CSAA-Whizcard--Revised-19-07-2021.pdf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