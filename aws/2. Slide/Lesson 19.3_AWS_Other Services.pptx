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guh3W5r9RBLtr6TS+YCwyaoMWL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3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3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3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opsworks/latest/userguide/welcome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G-4FmyCnqi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aws.amazon.com/workspaces/latest/adminguide/amazon-workspaces.html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3BM8UvGNGX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aws.amazon.com/workdocs/latest/adminguide/what_is.html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haQoDdeGOBo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aws.amazon.com/workmail/latest/adminguide/what_is.html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g3nDQ0-jxSU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aws.amazon.com/cost-management/latest/userguide/what-is-costmanagemen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lfG2yKr9pQw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aws.amazon.com/awssupport/latest/user/trusted-advisor.html" TargetMode="External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i0IkKN9NoPk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aws.amazon.com/batch/latest/userguide/what-is-batch.html" TargetMode="External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egipS1_ObIs" TargetMode="External"/><Relationship Id="rId5" Type="http://schemas.openxmlformats.org/officeDocument/2006/relationships/hyperlink" Target="https://www.youtube.com/watch?v=qPU9FzuAKIw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6" y="3116480"/>
            <a:ext cx="21746304" cy="9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Opsworks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WorkSpaces / Workdocs / Workmail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 Management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Trusted Advisor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Batch Service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Other Service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Opsworks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https://docs.aws.amazon.com/opsworks/latest/userguide/welcome.html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1117434" y="2268392"/>
            <a:ext cx="23114166" cy="9428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configuration management service that helps you configure servers automatically, repetitive actions in a cloud by using Puppet / Chef (Recipes / Manifests)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Chef / Puppet help with managing configuration as code similar to SSM / Beanstalk / CloudFormation but they’re open-source tools that work cross-cloud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Working great with EC2 &amp; On Premise VM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Works with Linux / Windows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automate: user accounts, cron, ntp, packages, services…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exam: Chef &amp; Puppet needed 🡺 AWS Opsworks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Opsworks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117434" y="2268392"/>
            <a:ext cx="12827166" cy="3884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https://www.youtube.com/watch?v=G-4FmyCnqic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WorkSpaces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https://docs.aws.amazon.com/workspaces/latest/adminguide/amazon-workspaces.html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117434" y="2268392"/>
            <a:ext cx="23114166" cy="7047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you to provision virtual, cloud-based Microsoft Windows, Amazon Linux desktops for your users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Users can access their virtual desktops from multiple devices or web browsers.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Great to eliminate management of on-premises VDI (Virtual Desktop Infrastructure)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Secure, Encrypted, Network Isolation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Integrated with Microsoft Active Directory</a:t>
            </a:r>
            <a:endParaRPr/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2944" y="8951439"/>
            <a:ext cx="10482811" cy="307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https://www.youtube.com/watch?v=3BM8UvGNGX0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200149" y="571498"/>
            <a:ext cx="75628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WorkSpaces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Workdocs Service</a:t>
            </a:r>
            <a:endParaRPr/>
          </a:p>
        </p:txBody>
      </p:sp>
      <p:sp>
        <p:nvSpPr>
          <p:cNvPr id="90" name="Google Shape;90;p9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https://docs.aws.amazon.com/workdocs/latest/adminguide/what_is.html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1117434" y="2268392"/>
            <a:ext cx="23114166" cy="4151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fully managed, secure content creation, storage, and collaboration service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Easily create, edit, share content with others, provide rich feedback, collaboratively edit documents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Stored centrally on AWS, access it from anywhere on any device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hat-is-workdocs" id="92" name="Google Shape;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5687" y="6228018"/>
            <a:ext cx="14157325" cy="5468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/>
        </p:nvSpPr>
        <p:spPr>
          <a:xfrm>
            <a:off x="1117434" y="2370385"/>
            <a:ext cx="12465216" cy="2754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https://www.youtube.com/watch?v=haQoDdeGOBo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1200149" y="571498"/>
            <a:ext cx="75628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Workdocs Service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WorkMail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2283995" y="120312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https://docs.aws.amazon.com/workmail/latest/adminguide/what_is.html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117434" y="2268392"/>
            <a:ext cx="23114166" cy="312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secure, managed business email and calendar service (similar to Gmail, Outlook, ...)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Users can access their email, contacts, calendars using Microsoft Outlook, their browser, their native iOS / Android email applications </a:t>
            </a:r>
            <a:endParaRPr/>
          </a:p>
        </p:txBody>
      </p:sp>
      <p:pic>
        <p:nvPicPr>
          <p:cNvPr descr="Amazon WorkMail Quick Review – ServerOK"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5228" y="5086350"/>
            <a:ext cx="14858243" cy="694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https://www.youtube.com/watch?v=g3nDQ0-jxSU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200149" y="571498"/>
            <a:ext cx="75628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WorkMail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 Service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17434" y="2096941"/>
            <a:ext cx="20751966" cy="10361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you to visualize, understand, manage your AWS costs and usage over time 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Explorer (Support across all accounts)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View, analyze your costs and usage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monthly, hourly, resource level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 usage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budget &amp; Alarm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Anomaly Detection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2283995" y="120693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https://docs.aws.amazon.com/cost-management/latest/userguide/what-is-costmanagement.html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/>
        </p:nvSpPr>
        <p:spPr>
          <a:xfrm>
            <a:off x="1200149" y="571498"/>
            <a:ext cx="98107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 Service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55" y="4086110"/>
            <a:ext cx="11034009" cy="62961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4689679" y="10382250"/>
            <a:ext cx="24769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Cost</a:t>
            </a:r>
            <a:endParaRPr/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3605" y="4086110"/>
            <a:ext cx="11805263" cy="6296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/>
          <p:nvPr/>
        </p:nvSpPr>
        <p:spPr>
          <a:xfrm>
            <a:off x="16684011" y="10382250"/>
            <a:ext cx="22044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Hourly Cost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9197613" y="11861513"/>
            <a:ext cx="53719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Monthly, hourly, resource level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1200149" y="571498"/>
            <a:ext cx="10077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 Service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9074" y="2377962"/>
            <a:ext cx="16117342" cy="937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7238501" y="11753850"/>
            <a:ext cx="96984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 usage up to 12 months based on previous usage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1200149" y="571498"/>
            <a:ext cx="92392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 Service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710" y="2268391"/>
            <a:ext cx="8791688" cy="932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7591312" y="11662472"/>
            <a:ext cx="88424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Savings Plan, Reserved Instances Recommendations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17434" y="2370385"/>
            <a:ext cx="13074816" cy="6945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https://www.youtube.com/watch?v=lfG2yKr9pQw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1200149" y="571498"/>
            <a:ext cx="931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Management Service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Advisor Service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1117434" y="2096941"/>
            <a:ext cx="22333116" cy="1884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analyze your AWS accounts, environment and provides recommendation to save money, improve system availability &amp; performance, close security gaps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2283995" y="120693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https://docs.aws.amazon.com/awssupport/latest/user/trusted-advisor.html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4879" y="3562349"/>
            <a:ext cx="15098942" cy="260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1117434" y="6497491"/>
            <a:ext cx="21533016" cy="5351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Optimization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utilization EC2 instances, idle load balancers, under-utilized EBS volumes…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instances &amp; savings plans optimizations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Advisor Service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1117434" y="2096941"/>
            <a:ext cx="19151766" cy="10933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utilization EC2 instances, CloudFront CDN optimizations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to EBS throughput optimizations, Alias records recommendations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MFA enabled on Root Account, IAM key rotation, exposed Access Keys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Bucket Permissions for public access, security groups with unrestricted ports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Tolerance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 snapshots age, Availability Zone Balance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ASG Multi-AZ, RDS Multi-AZ, ELB configuration…</a:t>
            </a:r>
            <a:endParaRPr/>
          </a:p>
          <a:p>
            <a:pPr indent="0" lvl="2" marL="889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1117434" y="2370385"/>
            <a:ext cx="11703216" cy="2715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https://www.youtube.com/watch?v=i0IkKN9NoPk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88" name="Google Shape;188;p23"/>
          <p:cNvSpPr txBox="1"/>
          <p:nvPr/>
        </p:nvSpPr>
        <p:spPr>
          <a:xfrm>
            <a:off x="1200149" y="571498"/>
            <a:ext cx="931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Advisor Service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1117434" y="2096941"/>
            <a:ext cx="22333116" cy="5161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service that allows developers, scientists, engineers to easily, efficiently run hundreds of thousands of batch computing jobs on AWS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Dynamically provisions the optimal quantity and type of compute resources (CPU, memory optimized instances) based on the volume and specific resource requirements of the batch jobs submitted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Serverless service</a:t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2283995" y="12069342"/>
            <a:ext cx="1932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https://docs.aws.amazon.com/batch/latest/userguide/what-is-batch.html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ost-trade analytics with Batch" id="202" name="Google Shape;2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437" y="6493458"/>
            <a:ext cx="22747825" cy="557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/>
        </p:nvSpPr>
        <p:spPr>
          <a:xfrm>
            <a:off x="1117434" y="2370385"/>
            <a:ext cx="12617616" cy="4887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https://www.youtube.com/watch?v=egipS1_ObIs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https://www.youtube.com/watch?v=qPU9FzuAKIw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1200149" y="571498"/>
            <a:ext cx="93154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Service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1117434" y="2096941"/>
            <a:ext cx="9912516" cy="10514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Active Directory, Directory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X-Ray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Amplify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towner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Terraform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...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