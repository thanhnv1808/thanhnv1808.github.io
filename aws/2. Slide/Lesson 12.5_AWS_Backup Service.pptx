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OLsF1kNWCduOjGiVTMxA/I9lj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aws-backup/latest/devguide/whatisbackup.html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backup/pric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tQ0xlEgs0KI" TargetMode="External"/><Relationship Id="rId4" Type="http://schemas.openxmlformats.org/officeDocument/2006/relationships/hyperlink" Target="https://www.youtube.com/watch?v=dCy7ixko3tE" TargetMode="External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896257" y="11975811"/>
            <a:ext cx="159437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https://docs.aws.amazon.com/aws-backup/latest/devguide/whatisbackup.html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08541" y="4690288"/>
            <a:ext cx="12897457" cy="666351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200151" y="2370386"/>
            <a:ext cx="23183849" cy="776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centrally manage and automate backups across AWS services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Supported services: EC2, EBS, EFS, FSx, RDS, Aurora, DynamoDB, Storage Gateway, VMs, ...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cross-region backups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cross-account backups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PITR for supported services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On-Demand and Scheduled backups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51" y="2370386"/>
            <a:ext cx="12611099" cy="5611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Cloud-native backup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data protection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https://aws.amazon.com/backup/pricing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200151" y="2370386"/>
            <a:ext cx="19469099" cy="395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https://www.youtube.com/watch?v=tQ0xlEgs0KI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Cross-Account &amp; Cross-Region: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https://www.youtube.com/watch?v=dCy7ixko3tE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5506" y="6085135"/>
            <a:ext cx="14695944" cy="6406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