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9xDbAdspR026ixh/GyNaWYdTn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cloudhsm/latest/userguide/introduction.html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ws.amazon.com/cloudhsm/pricing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Y6agOjSWAKU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aws.amazon.com/cloudhsm/latest/userguide/manage-hsm-users.html#understanding-user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192193"/>
            <a:ext cx="19480629" cy="3465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Stands for Cloud Hardware Security Module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service that allows you to create &amp; store &amp; manage customer's private keys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will not have access to the keys</a:t>
            </a:r>
            <a:endParaRPr/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https://docs.aws.amazon.com/cloudhsm/latest/userguide/introduction.html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4841" y="5645256"/>
            <a:ext cx="8436211" cy="6432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117434" y="2192193"/>
            <a:ext cx="14717297" cy="8203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Offload the SSL/TLS Processing for Web Servers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 the Private Key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Transparent Data Encryption (TDE) for Oracle Databases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https://aws.amazon.com/cloudhsm/pricing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32566" y="2192192"/>
            <a:ext cx="9080444" cy="505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117433" y="2370385"/>
            <a:ext cx="16641177" cy="566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https://www.youtube.com/watch?v=Y6agOjSWAKU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1117433" y="2370386"/>
            <a:ext cx="5862101" cy="5292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HSM client 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HSM User</a:t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07519" y="2370385"/>
            <a:ext cx="8693827" cy="967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/>
        </p:nvSpPr>
        <p:spPr>
          <a:xfrm>
            <a:off x="1117433" y="2370384"/>
            <a:ext cx="16641177" cy="9131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a list of HSM instances self-synchronizing and load balancing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Settings: VPC, Subnet, Security group, Multi A-Z, Backup, …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HSM client instance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EC2 Instance with AWS CloudHSM client software installed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generate, store, import, export, and manage keys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Max: 28 HSM/1 cluster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30010" y="2370385"/>
            <a:ext cx="6435389" cy="6893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/>
        </p:nvSpPr>
        <p:spPr>
          <a:xfrm>
            <a:off x="1117433" y="2370384"/>
            <a:ext cx="8483767" cy="997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HSM User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access to HSM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an IAM User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Precrypto Officer (PRECO)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 Officer (CO | PCO)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 User (CU)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Appliance User (AU)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3581398" y="11955758"/>
            <a:ext cx="181957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https://docs.aws.amazon.com/cloudhsm/latest/userguide/manage-hsm-users.html#understanding-users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1117433" y="2370385"/>
            <a:ext cx="7581399" cy="87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KMS &amp; CloudHSM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4219" y="3680911"/>
            <a:ext cx="12544425" cy="76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