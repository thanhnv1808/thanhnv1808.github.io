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5TmfYcKqq6Tc8NwAnlqTvyz8/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9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19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9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19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19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20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aws.amazon.com/fsx/index.html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ws.amazon.com/fsx/windows/pricing/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IMDWTIShlyI" TargetMode="External"/><Relationship Id="rId5" Type="http://schemas.openxmlformats.org/officeDocument/2006/relationships/hyperlink" Target="https://docs.aws.amazon.com/fsx/latest/WindowsGuide/getting-started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ws.amazon.com/fsx/lustre/pricing/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ttCAqwnN_Qo" TargetMode="External"/><Relationship Id="rId4" Type="http://schemas.openxmlformats.org/officeDocument/2006/relationships/hyperlink" Target="https://docs.aws.amazon.com/fsx/latest/LustreGuide/getting-started.html" TargetMode="External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15794390" cy="648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FSx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Storage Gateway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Snow Family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200151" y="2370386"/>
            <a:ext cx="15735299" cy="6296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Launch 3rd party high-performance file systems on AWS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types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for Windows File Server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for Lustre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for NetApp ONTAP (new)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981700" y="11980724"/>
            <a:ext cx="12007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https://docs.aws.amazon.com/fsx/index.html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5723" y="9375978"/>
            <a:ext cx="10059804" cy="2353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200151" y="2370385"/>
            <a:ext cx="17360223" cy="10295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for Windows File Server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fully managed Windows file system share drive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SMB protocol &amp; Windows NTFS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data compression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backed-up daily to S3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on SSD, scale up to 10s of GB/s, millions of IOPS, 100s PB of data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Active directory for on-premises Authentication &amp; Authorization</a:t>
            </a:r>
            <a:endParaRPr/>
          </a:p>
        </p:txBody>
      </p:sp>
      <p:pic>
        <p:nvPicPr>
          <p:cNvPr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4200" y="2370384"/>
            <a:ext cx="11169299" cy="512201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12759829" y="7492399"/>
            <a:ext cx="12007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Multi-AZ (high availability), Automatic failover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200151" y="2370386"/>
            <a:ext cx="13011149" cy="4049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Price: </a:t>
            </a:r>
            <a:r>
              <a:rPr b="0" i="0" lang="en-US" sz="3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https://aws.amazon.com/fsx/windows/pricing/</a:t>
            </a: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Migrate Windows file servers to AWS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5866392"/>
            <a:ext cx="12439650" cy="649373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6857999" y="12067742"/>
            <a:ext cx="102071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accessing from on-premises infrastructure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1200151" y="2370386"/>
            <a:ext cx="6172199" cy="791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DNS namespace </a:t>
            </a:r>
            <a:endParaRPr/>
          </a:p>
        </p:txBody>
      </p:sp>
      <p:pic>
        <p:nvPicPr>
          <p:cNvPr id="76" name="Google Shape;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0751" y="3394952"/>
            <a:ext cx="17280616" cy="861870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/>
          <p:nvPr/>
        </p:nvSpPr>
        <p:spPr>
          <a:xfrm>
            <a:off x="6057900" y="12108909"/>
            <a:ext cx="12007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creating FSx, AWS will provide domain for accessing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1200151" y="2370386"/>
            <a:ext cx="6172199" cy="791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84" name="Google Shape;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8002" y="3323849"/>
            <a:ext cx="15556496" cy="539190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/>
          <p:nvPr/>
        </p:nvSpPr>
        <p:spPr>
          <a:xfrm>
            <a:off x="3238500" y="8877300"/>
            <a:ext cx="173355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https://www.youtube.com/watch?v=IMDWTIShlyI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https://docs.aws.amazon.com/fsx/latest/WindowsGuide/getting-started.html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8"/>
          <p:cNvSpPr txBox="1"/>
          <p:nvPr/>
        </p:nvSpPr>
        <p:spPr>
          <a:xfrm>
            <a:off x="1200151" y="2370385"/>
            <a:ext cx="17360223" cy="10295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for Lustre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type of parallel distributed file system, for large-scale computing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Lustre stands for "Linux" and "cluster" (Only support Linux)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data compression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Multi-AZ (high availability), Automatic failover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Scales up to 100s GB/s, millions of IOPS, sub-ms latencies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accessing from on-premises infrastructure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S3 (read/ write to S3 as a file system through FSx)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7954" y="4483015"/>
            <a:ext cx="9471246" cy="64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1200151" y="2370385"/>
            <a:ext cx="14554199" cy="4563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compute-intensive workloads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Learning, High Performance Computing (HPC)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Processing, Financial Modeling, Electronic Design Automation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Price: </a:t>
            </a:r>
            <a:r>
              <a:rPr b="0" i="0" lang="en-US" sz="3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https://aws.amazon.com/fsx/lustre/pricing/</a:t>
            </a: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6750" y="6863740"/>
            <a:ext cx="7467600" cy="5804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>
            <a:off x="1200151" y="2370386"/>
            <a:ext cx="17106899" cy="9878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Options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Scratch File System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Temporary storage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not replicated (doesn’t persist if file server fails)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burst (6x faster, 200MBps per TiB)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Usage: short-term processing, optimize costs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0" y="4369414"/>
            <a:ext cx="8872588" cy="4627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1"/>
          <p:cNvSpPr txBox="1"/>
          <p:nvPr/>
        </p:nvSpPr>
        <p:spPr>
          <a:xfrm>
            <a:off x="1200151" y="2370386"/>
            <a:ext cx="10820399" cy="5954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File System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storage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replicated within same AZ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failed files within minutes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Usage: long-term processing, sensitive data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91790" y="3019232"/>
            <a:ext cx="8978537" cy="4657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1200151" y="2370386"/>
            <a:ext cx="6172199" cy="791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3238500" y="8877300"/>
            <a:ext cx="173355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https://www.youtube.com/watch?v=ttCAqwnN_Qo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https://docs.aws.amazon.com/fsx/latest/LustreGuide/getting-started.html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8015" y="3590586"/>
            <a:ext cx="15727970" cy="4858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7781" y="5024237"/>
            <a:ext cx="15326569" cy="3632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