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paz7/+8bLHCcc5OSyl7gMyZjg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3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37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37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7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37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37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8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38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38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8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aws.amazon.com/kinesis/index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rive.google.com/open?id=1AkfXEaAFENd1scGK_VOAuaHgL7XuQZ9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aws.amazon.com/amazondynamodb/latest/developerguide/streamsmain.html#streamsmain.choose" TargetMode="External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rive.google.com/open?id=1Akwy_ECPNAhR2Bvp5dE1hPlWptSqUW-o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youtube.com/watch?v=wRGd2G82Opo" TargetMode="External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hyperlink" Target="https://docs.aws.amazon.com/kinesisanalytics/latest/dev/how-it-work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youtube.com/watch?v=m8S8Tow6C3k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268394"/>
            <a:ext cx="17898476" cy="103232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service that allows collect, process, analyze streaming data in real-time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data such as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logs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metrics &amp; reporting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data, Social network data, Game Data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Geospatial data (Grab, Uber)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telemetry data</a:t>
            </a:r>
            <a:endParaRPr/>
          </a:p>
          <a:p>
            <a:pPr indent="-611187" lvl="0" marL="611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large data, coming continuously, Kinesis is better than SQS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46" name="Google Shape;46;p3"/>
          <p:cNvSpPr txBox="1"/>
          <p:nvPr/>
        </p:nvSpPr>
        <p:spPr>
          <a:xfrm>
            <a:off x="1117434" y="2268393"/>
            <a:ext cx="19437516" cy="52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types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Streams: Capture, process, store data streams from multiple sources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Firehose: load data streams into data stores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Analytics: Perform real-time analytics on Kinesis Streams using SQL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872789" y="12006846"/>
            <a:ext cx="141431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https://docs.aws.amazon.com/kinesis/index.html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1117434" y="2268393"/>
            <a:ext cx="15379866" cy="2589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Streams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Capture, process, store data streams from multiple sources</a:t>
            </a:r>
            <a:endParaRPr/>
          </a:p>
        </p:txBody>
      </p:sp>
      <p:pic>
        <p:nvPicPr>
          <p:cNvPr id="54" name="Google Shape;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2799" y="4652962"/>
            <a:ext cx="16822904" cy="7596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1117434" y="2268393"/>
            <a:ext cx="14386196" cy="2741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will be saved on Kinesis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must be handled manually through applications on EC2 </a:t>
            </a:r>
            <a:endParaRPr/>
          </a:p>
        </p:txBody>
      </p:sp>
      <p:pic>
        <p:nvPicPr>
          <p:cNvPr id="61" name="Google Shape;6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024" y="5191846"/>
            <a:ext cx="14833542" cy="6380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03630" y="5010150"/>
            <a:ext cx="8689870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1117434" y="2268393"/>
            <a:ext cx="20675766" cy="232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https://drive.google.com/open?id=1AkfXEaAFENd1scGK_VOAuaHgL7XuQZ9S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1117434" y="2268393"/>
            <a:ext cx="6312066" cy="6913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stream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stream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/>
          </a:p>
        </p:txBody>
      </p:sp>
      <p:pic>
        <p:nvPicPr>
          <p:cNvPr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0458" y="2268392"/>
            <a:ext cx="14833542" cy="6380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1117434" y="2268393"/>
            <a:ext cx="22942716" cy="10552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stream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logs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metrics &amp; reporting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Stock data, Social network data, Game Data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Geospatial data (Grab, Uber)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telemetry data, …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93" name="Google Shape;93;p10"/>
          <p:cNvSpPr txBox="1"/>
          <p:nvPr/>
        </p:nvSpPr>
        <p:spPr>
          <a:xfrm>
            <a:off x="1117434" y="2268393"/>
            <a:ext cx="13970166" cy="104570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data stream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Shard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 records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Max: 200 shard, 1 MiB/second, 1000 records/second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 Sequence Number - Record ID, Partition Key - Shard Id, Data Blob (max 1MB)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data is inserted in Kinesis, it can’t be deleted (immutability)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Retention Period: Is the time to save data on kinesis, max 365 days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Encryption: At-rest (KMS)</a:t>
            </a:r>
            <a:endParaRPr/>
          </a:p>
        </p:txBody>
      </p:sp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5457" y="7496896"/>
            <a:ext cx="8697534" cy="4818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25674" y="2268392"/>
            <a:ext cx="9397101" cy="3789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01" name="Google Shape;101;p11"/>
          <p:cNvSpPr txBox="1"/>
          <p:nvPr/>
        </p:nvSpPr>
        <p:spPr>
          <a:xfrm>
            <a:off x="1117434" y="2268393"/>
            <a:ext cx="9722016" cy="912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3" marL="194468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capacity modes: On-demand, Provisioned 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342" y="3442986"/>
            <a:ext cx="12940076" cy="669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2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08" name="Google Shape;108;p12"/>
          <p:cNvSpPr txBox="1"/>
          <p:nvPr/>
        </p:nvSpPr>
        <p:spPr>
          <a:xfrm>
            <a:off x="1117434" y="2268393"/>
            <a:ext cx="22809366" cy="8609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data sources (Ex: Camera, smartphone, webcam, audio recording devices, IOT devices generate data, Application run on EC2, ...)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SDK, Kinesis Producer Library (KPL), Kinesis Agent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source of consume data after Kinesis processes it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Applications run on EC2, Lambda Function, Kinesis Data Firehose, Kinesis Data Analytics, ...</a:t>
            </a:r>
            <a:endParaRPr/>
          </a:p>
        </p:txBody>
      </p:sp>
      <p:pic>
        <p:nvPicPr>
          <p:cNvPr id="109" name="Google Shape;1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55003" y="4668693"/>
            <a:ext cx="3904336" cy="445625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2"/>
          <p:cNvSpPr/>
          <p:nvPr/>
        </p:nvSpPr>
        <p:spPr>
          <a:xfrm>
            <a:off x="20783681" y="8908762"/>
            <a:ext cx="18469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1117434" y="2268393"/>
            <a:ext cx="14198766" cy="11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Stream &amp; DynamoDB Stream Comparing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5943599" y="9904214"/>
            <a:ext cx="12192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https://docs.aws.amazon.com/amazondynamodb/latest/developerguide/streamsmain.html#streamsmain.choose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76015" y="3660676"/>
            <a:ext cx="13527169" cy="615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17434" y="2268393"/>
            <a:ext cx="10064916" cy="571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Firehose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streams into data stores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not stored in kinesis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transferred to other data stores (Similar to an intermediary)</a:t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77596" y="2268393"/>
            <a:ext cx="11534954" cy="592310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1117434" y="7926243"/>
            <a:ext cx="23418966" cy="3522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administration, automatic scaling, serverless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445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915"/>
              <a:buFont typeface="Times New Roman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Data don’t need handled manually through applications on EC2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Real Time: 60 seconds latency minimum for non full batches or minimum 32 MB of data at a time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17434" y="2268393"/>
            <a:ext cx="23266566" cy="8609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many data formats, conversions, transformations, compression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custom data transformations using AWS Lambda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send failed or all data to a backup S3 bucket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4824" y="6224406"/>
            <a:ext cx="15297132" cy="53198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1117434" y="2370385"/>
            <a:ext cx="17589666" cy="2449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https://drive.google.com/open?id=1Akwy_ECPNAhR2Bvp5dE1hPlWptSqUW-o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1117434" y="2370385"/>
            <a:ext cx="7702716" cy="9589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522" y="2370385"/>
            <a:ext cx="13090039" cy="5994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1117434" y="2370385"/>
            <a:ext cx="19931424" cy="8469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data sources (Ex: Camera, smartphone, webcam, audio recording devices, Application run on EC2, ...)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 Data Stream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SDK, Kinesis Producer Library (KPL), Kinesis Agent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source of consume data after Kinesis processes it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Ex: AWS Service (S3, RedShift, DynamoDB, ...), HTTP Endpoint, ...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73201" y="7583343"/>
            <a:ext cx="3904336" cy="445625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/>
          <p:nvPr/>
        </p:nvSpPr>
        <p:spPr>
          <a:xfrm>
            <a:off x="19201879" y="11823412"/>
            <a:ext cx="18469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</a:t>
            </a:r>
            <a:endParaRPr/>
          </a:p>
        </p:txBody>
      </p:sp>
      <p:pic>
        <p:nvPicPr>
          <p:cNvPr id="167" name="Google Shape;16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33621" y="2268393"/>
            <a:ext cx="2008970" cy="954260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/>
          <p:nvPr/>
        </p:nvSpPr>
        <p:spPr>
          <a:xfrm>
            <a:off x="22077537" y="11823412"/>
            <a:ext cx="207460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/>
        </p:nvSpPr>
        <p:spPr>
          <a:xfrm>
            <a:off x="1117434" y="2370385"/>
            <a:ext cx="7759866" cy="2373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Lambda Function (Optional)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for transform data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6570109" y="11842462"/>
            <a:ext cx="1124378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https://www.youtube.com/watch?v=wRGd2G82Opo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7963" y="4978256"/>
            <a:ext cx="9868075" cy="674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/>
        </p:nvSpPr>
        <p:spPr>
          <a:xfrm>
            <a:off x="1117435" y="2370385"/>
            <a:ext cx="13589166" cy="7745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 &amp; convert format of record via Lambda Function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Compression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via CloudWatch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Encryption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IAM Role</a:t>
            </a:r>
            <a:endParaRPr/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pic>
        <p:nvPicPr>
          <p:cNvPr id="183" name="Google Shape;1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8087" y="2370385"/>
            <a:ext cx="8429625" cy="93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3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1117434" y="2268393"/>
            <a:ext cx="14198766" cy="11225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Stream &amp; Kinesis Data Firehose Comparing</a:t>
            </a:r>
            <a:endParaRPr/>
          </a:p>
        </p:txBody>
      </p:sp>
      <p:pic>
        <p:nvPicPr>
          <p:cNvPr id="190" name="Google Shape;1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7937" y="4876800"/>
            <a:ext cx="19450253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4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202" name="Google Shape;202;p25"/>
          <p:cNvSpPr txBox="1"/>
          <p:nvPr/>
        </p:nvSpPr>
        <p:spPr>
          <a:xfrm>
            <a:off x="1117434" y="2268393"/>
            <a:ext cx="22066416" cy="5046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Analytics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real-time analytics on Kinesis Streams using SQL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administration, automatic scaling, serverless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 Generate Time-series analytics, Real-time dashboards, Create Real-time metrics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9779" y="7013748"/>
            <a:ext cx="13801725" cy="55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209" name="Google Shape;209;p26"/>
          <p:cNvSpPr txBox="1"/>
          <p:nvPr/>
        </p:nvSpPr>
        <p:spPr>
          <a:xfrm>
            <a:off x="1117434" y="2268393"/>
            <a:ext cx="2597316" cy="8558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</a:t>
            </a:r>
            <a:endParaRPr/>
          </a:p>
        </p:txBody>
      </p:sp>
      <p:pic>
        <p:nvPicPr>
          <p:cNvPr descr="&#10;            Diagram showing a data analytics application, streaming input sources, reference&#10;                data, and application output.&#10;        "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5596" y="2985683"/>
            <a:ext cx="17401408" cy="900073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/>
          <p:nvPr/>
        </p:nvSpPr>
        <p:spPr>
          <a:xfrm>
            <a:off x="4838700" y="11986414"/>
            <a:ext cx="14935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https://docs.aws.amazon.com/kinesisanalytics/latest/dev/how-it-works.html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217" name="Google Shape;217;p27"/>
          <p:cNvSpPr txBox="1"/>
          <p:nvPr/>
        </p:nvSpPr>
        <p:spPr>
          <a:xfrm>
            <a:off x="1117434" y="2268393"/>
            <a:ext cx="13322466" cy="2779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https://www.youtube.com/watch?v=m8S8Tow6C3k</a:t>
            </a: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8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/>
        </p:nvSpPr>
        <p:spPr>
          <a:xfrm>
            <a:off x="1200149" y="571498"/>
            <a:ext cx="6229351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Kinesis Service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1117434" y="2268393"/>
            <a:ext cx="23476116" cy="5523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Ordering data into Kinesis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you have 100 trucks (truck_1, truck_2, … truck_100) on the road sending their GPS positions regularly into AWS.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want to consume the data in order for each truck, so that you can track their movement accurately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should you send that data into Kinesis?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0" name="Google Shape;2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6090" y="7499379"/>
            <a:ext cx="8314806" cy="4579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2508138" y="12078547"/>
            <a:ext cx="187707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 using a "Partition Key" value of the "truck_id“, The same key will always go to the same shard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/>
        </p:nvSpPr>
        <p:spPr>
          <a:xfrm>
            <a:off x="1117433" y="2370385"/>
            <a:ext cx="23133217" cy="6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service that allows collect, process, analyze streaming data in real-time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data such as: Application logs, Real-time metrics &amp; reporting, Stock data, Social network data, Game Data, Geospatial data (Grab, Uber), IoT telemetry data, ...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Support large data, coming continuously, Kinesis is better than SQS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 types: Kinesis Data Streams, Kinesis Data Firehose, Kinesis Data Analytics</a:t>
            </a:r>
            <a:endParaRPr/>
          </a:p>
        </p:txBody>
      </p:sp>
      <p:sp>
        <p:nvSpPr>
          <p:cNvPr id="237" name="Google Shape;237;p30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/>
        </p:nvSpPr>
        <p:spPr>
          <a:xfrm>
            <a:off x="1117433" y="2370385"/>
            <a:ext cx="22580767" cy="74403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Streams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Capture, process, store data streams from multiple sources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must be handled manually through applications on EC2 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will be saved on Kinesis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Producer: Support SDK, Kinesis Producer Library (KPL), Kinesis Agent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Consumer: Applications run on EC2, Lambda Function, Kinesis Data Firehose, Kinesis Data Analytics, ...</a:t>
            </a:r>
            <a:endParaRPr/>
          </a:p>
        </p:txBody>
      </p:sp>
      <p:sp>
        <p:nvSpPr>
          <p:cNvPr id="243" name="Google Shape;243;p31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/>
        </p:nvSpPr>
        <p:spPr>
          <a:xfrm>
            <a:off x="1117433" y="2370385"/>
            <a:ext cx="20161417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Firehose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data streams into data stores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administration, automatic scaling, serverless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not stored in kinesis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Real Time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many data formats, compression, conversions, transformations with Lambda Function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Producer: Similar to Kinesis Data Stream,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Consumer: AWS Service (S3, RedShift, DynamoDB, ...), HTTP Endpoint, ...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/>
        </p:nvSpPr>
        <p:spPr>
          <a:xfrm>
            <a:off x="1117433" y="2370385"/>
            <a:ext cx="20047117" cy="5306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Kinesis Data Analytics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real-time analytics on Kinesis Streams using SQL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administration, automatic scaling, serverless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cases: Generate Time-series analytics, Real-time dashboards, Create Real-time metrics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62" name="Google Shape;262;p34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