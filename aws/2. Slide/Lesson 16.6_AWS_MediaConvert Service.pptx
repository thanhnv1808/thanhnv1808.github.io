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gUsEG3+OMXTaZFOFCA4jy3CKIS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7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7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7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7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8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mediaconvert/latest/ug/what-is.html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l_MhKOe7VxE" TargetMode="External"/><Relationship Id="rId4" Type="http://schemas.openxmlformats.org/officeDocument/2006/relationships/hyperlink" Target="https://www.youtube.com/watch?v=l_MhKOe7VxE" TargetMode="External"/><Relationship Id="rId5" Type="http://schemas.openxmlformats.org/officeDocument/2006/relationships/hyperlink" Target="https://www.youtube.com/watch?v=EIBDzSUIDF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3125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MediaConvert Service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1117433" y="2268395"/>
            <a:ext cx="22174367" cy="1903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file-based video processing service that allows easily create video-on-demand (VOD) content for broadcast and multiscreen delivery at scale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842736" y="11835990"/>
            <a:ext cx="147237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https://docs.aws.amazon.com/mediaconvert/latest/ug/what-is.html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4205" y="3824647"/>
            <a:ext cx="17420822" cy="6371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117434" y="2268393"/>
            <a:ext cx="13741566" cy="9847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https://www.youtube.com/watch?v=W_mSzZzveqE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https://www.youtube.com/watch?v=l_MhKOe7VxE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https://www.youtube.com/watch?v=EIBDzSUIDFA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MediaConvert Service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