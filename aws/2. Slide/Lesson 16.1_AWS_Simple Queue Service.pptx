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HbAUAO/KbQdg7+CEnKyBuYNg4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3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8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9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39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9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9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39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0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4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40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40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ws.amazon.com/sqs/pricing/" TargetMode="External"/><Relationship Id="rId4" Type="http://schemas.openxmlformats.org/officeDocument/2006/relationships/hyperlink" Target="https://docs.aws.amazon.com/AWSSimpleQueueService/latest/SQSDeveloperGuide/welcome.html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34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-wNqE4n32zQ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hyperlink" Target="https://docs.aws.amazon.com/AWSSimpleQueueService/latest/APIReference/API_SendMessage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Relationship Id="rId4" Type="http://schemas.openxmlformats.org/officeDocument/2006/relationships/image" Target="../media/image37.png"/><Relationship Id="rId5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17291869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Simple Queue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Simple Notification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Kinesis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Single Sign-On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Cognito Service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&amp; Messaging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370386"/>
            <a:ext cx="23150261" cy="27430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we start deploying multiple applications, they will inevitably need to communicate with one another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are two patterns of application communication</a:t>
            </a:r>
            <a:endParaRPr/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4597" y="6721719"/>
            <a:ext cx="14824104" cy="2855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117434" y="2370386"/>
            <a:ext cx="11198029" cy="6669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service that allows saving Queue on AWS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decouple applications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each payment request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https://aws.amazon.com/sqs/pricing/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https://docs.aws.amazon.com/AWSSimpleQueueService/latest/SQSDeveloperGuide/welcome.html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15308" y="2370386"/>
            <a:ext cx="9990175" cy="39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6582" y="8477250"/>
            <a:ext cx="13876327" cy="3612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Route53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117434" y="2370386"/>
            <a:ext cx="4044113" cy="1034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/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56" y="3133333"/>
            <a:ext cx="10290253" cy="928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87675" y="5672495"/>
            <a:ext cx="12587088" cy="19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1117434" y="2370386"/>
            <a:ext cx="10122066" cy="960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Standard Queue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message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message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message from Queue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&amp; Receive multiple messages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all message in Queue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1117434" y="2370386"/>
            <a:ext cx="7016916" cy="113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Standard Queue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81" y="5718642"/>
            <a:ext cx="9262270" cy="3044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6949" y="3162300"/>
            <a:ext cx="14306551" cy="8157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61" y="2686050"/>
            <a:ext cx="23179385" cy="90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1117434" y="2370386"/>
            <a:ext cx="9988716" cy="1515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message (Using Console)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4105280"/>
            <a:ext cx="11368088" cy="205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6581781"/>
            <a:ext cx="11368088" cy="373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12664" y="7093490"/>
            <a:ext cx="12280835" cy="3219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1117434" y="2370386"/>
            <a:ext cx="9131466" cy="115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message (Using Console)</a:t>
            </a:r>
            <a:endParaRPr/>
          </a:p>
        </p:txBody>
      </p:sp>
      <p:pic>
        <p:nvPicPr>
          <p:cNvPr id="105" name="Google Shape;1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49" y="3636480"/>
            <a:ext cx="13087350" cy="34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0149" y="7355993"/>
            <a:ext cx="13087350" cy="293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54251" y="2864862"/>
            <a:ext cx="8341920" cy="497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2" y="8227087"/>
            <a:ext cx="8341920" cy="3521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1"/>
          <p:cNvSpPr txBox="1"/>
          <p:nvPr/>
        </p:nvSpPr>
        <p:spPr>
          <a:xfrm>
            <a:off x="1117434" y="2370386"/>
            <a:ext cx="11684166" cy="963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message from Queue (Using Console)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6687" y="4986337"/>
            <a:ext cx="16430625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6725613" y="8729662"/>
            <a:ext cx="1093280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means the message has been successfully processed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1117434" y="2370386"/>
            <a:ext cx="9360066" cy="10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&amp; Receive multiple messages</a:t>
            </a:r>
            <a:endParaRPr/>
          </a:p>
        </p:txBody>
      </p:sp>
      <p:pic>
        <p:nvPicPr>
          <p:cNvPr id="123" name="Google Shape;1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3484" y="3267075"/>
            <a:ext cx="6324601" cy="2838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0770" y="6286500"/>
            <a:ext cx="6407316" cy="28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3484" y="9533546"/>
            <a:ext cx="6324601" cy="286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39450" y="5748627"/>
            <a:ext cx="12963506" cy="341342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9473385" y="12081462"/>
            <a:ext cx="4762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multiple messages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3397477" y="10132560"/>
            <a:ext cx="51732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multiple messages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4" y="3367107"/>
            <a:ext cx="11539538" cy="3000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4" y="6908558"/>
            <a:ext cx="11539538" cy="3215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54189" y="4976870"/>
            <a:ext cx="12277411" cy="34202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>
            <a:off x="12569587" y="8371472"/>
            <a:ext cx="1104661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message from Queue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means the message has been successfully processed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1117434" y="2370386"/>
            <a:ext cx="8369466" cy="1039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all message in Queue</a:t>
            </a:r>
            <a:endParaRPr/>
          </a:p>
        </p:txBody>
      </p:sp>
      <p:pic>
        <p:nvPicPr>
          <p:cNvPr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0425" y="3409950"/>
            <a:ext cx="16630650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0062" y="8358187"/>
            <a:ext cx="7472545" cy="3529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117434" y="2370386"/>
            <a:ext cx="15056016" cy="3211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 2: Create queue, send &amp; receive message via SDK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https://www.youtube.com/watch?v=-wNqE4n32zQ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/>
        </p:nvSpPr>
        <p:spPr>
          <a:xfrm>
            <a:off x="1117434" y="2370386"/>
            <a:ext cx="4484713" cy="766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1117433" y="2370385"/>
            <a:ext cx="18161167" cy="2568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messages and send it to SQS using the SDK (SendMessage API)</a:t>
            </a:r>
            <a:endParaRPr/>
          </a:p>
          <a:p>
            <a:pPr indent="-334962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75" y="6148388"/>
            <a:ext cx="10753725" cy="352952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2896011" y="9677910"/>
            <a:ext cx="56284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message using Console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91740" y="6624317"/>
            <a:ext cx="8789899" cy="305359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16417427" y="9677909"/>
            <a:ext cx="37385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SDK (Tutorial: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1117433" y="2370385"/>
            <a:ext cx="17799218" cy="6011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Consumers running on EC2 instances, on-premises servers, AWS Lambda, …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 SQS for messages (receive up to 999 messages at a time)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the messages (Ex: insert the message into an RDS database)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the messages after processing messages (using the DeleteMessage API)</a:t>
            </a:r>
            <a:endParaRPr/>
          </a:p>
          <a:p>
            <a:pPr indent="-334962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9578" y="9324806"/>
            <a:ext cx="13146743" cy="2981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/>
        </p:nvSpPr>
        <p:spPr>
          <a:xfrm>
            <a:off x="1117432" y="2370385"/>
            <a:ext cx="14941717" cy="3458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EC2 Instances Consumers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Consumers receive and process messages in parallel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scale consumers horizontally to improve throughput of processing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962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7371" y="2370385"/>
            <a:ext cx="8187364" cy="5611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193" y="6648449"/>
            <a:ext cx="10010361" cy="4944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23508" y="8296881"/>
            <a:ext cx="12660492" cy="329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2839296" y="11664102"/>
            <a:ext cx="55627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SQS with Auto Scaling Group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4100588" y="11664102"/>
            <a:ext cx="7906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SQS to decouple between application tiers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/>
        </p:nvSpPr>
        <p:spPr>
          <a:xfrm>
            <a:off x="1117433" y="2370386"/>
            <a:ext cx="13838087" cy="4071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message is persisted in SQS until a consumer deletes it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 on multiple SQS servers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0175" y="7820274"/>
            <a:ext cx="5479373" cy="228307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/>
          <p:nvPr/>
        </p:nvSpPr>
        <p:spPr>
          <a:xfrm>
            <a:off x="3808392" y="10103346"/>
            <a:ext cx="828294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send an order to be processed, including Order id, Customer id, ...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44256" y="5917371"/>
            <a:ext cx="8242654" cy="6088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/>
        </p:nvSpPr>
        <p:spPr>
          <a:xfrm>
            <a:off x="1117433" y="2370386"/>
            <a:ext cx="8097687" cy="8185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Visibility Timeout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 Letter Queue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Queue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Polling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retention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3326" y="2370386"/>
            <a:ext cx="10553019" cy="5629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1117433" y="2370385"/>
            <a:ext cx="22961767" cy="10012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Visibility Timeout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time taken by a consumer to receive and process message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a message is polled by a consumer, it becomes invisible to other consumers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the Message Visibility Timeout is 30 seconds, that means the message has 30 seconds to be processed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message visibility timeout is over, the message is visible in SQS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message is not processed within the visibility timeout, it will be processed twice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visibility timeout is high (hours), and consumer crashes, re-processing will take time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visibility timeout is too low (seconds), we may get duplicates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179" y="5022258"/>
            <a:ext cx="11221621" cy="3539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11100" y="2153724"/>
            <a:ext cx="10282516" cy="927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/>
        </p:nvSpPr>
        <p:spPr>
          <a:xfrm>
            <a:off x="1117433" y="2370385"/>
            <a:ext cx="17103571" cy="8697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 Letter Queue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consumer fails to process a message within the Visibility Timeout time 🡺 the message goes back to the queue!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set a threshold of how many times a message can go back to the queue</a:t>
            </a:r>
            <a:endParaRPr/>
          </a:p>
          <a:p>
            <a:pPr indent="0" lvl="3" marL="1333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After the MaximumReceives threshold is exceeded, the message goes into a dead letter queue (DLQ)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 for debugging!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to process the messages in the DLQ before they expire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to set a retention of 14 days in the DLQ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21004" y="2370385"/>
            <a:ext cx="6021888" cy="6259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/>
        </p:nvSpPr>
        <p:spPr>
          <a:xfrm>
            <a:off x="1117433" y="2370385"/>
            <a:ext cx="14465467" cy="321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Queue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a message (consumers don’t see it immediately) up to 15 minutes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is 0 seconds (message is available right away)</a:t>
            </a:r>
            <a:endParaRPr/>
          </a:p>
        </p:txBody>
      </p:sp>
      <p:sp>
        <p:nvSpPr>
          <p:cNvPr id="233" name="Google Shape;233;p2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9725" y="5585072"/>
            <a:ext cx="13283434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/>
        </p:nvSpPr>
        <p:spPr>
          <a:xfrm>
            <a:off x="1117433" y="2370385"/>
            <a:ext cx="18656467" cy="8488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Polling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consumer requests messages from the queue, it can optionally “wait” for messages to arrive if there are none in the queue, this is called Long Polling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LongPolling decreases the number of API calls made to SQS while increasing the efficiency and latency of your application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wait time can be between 1 sec to 20 sec (20 sec preferable)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Polling is preferable to Short Polling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polling can be enabled at the queue level or at the API level using WaitTimeSeconds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1" name="Google Shape;2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11813" y="2370384"/>
            <a:ext cx="3878709" cy="7173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1117433" y="2351335"/>
            <a:ext cx="11893717" cy="6506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retention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time the message is stored in the queue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4 days, up to 14 days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message size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 txBox="1"/>
          <p:nvPr/>
        </p:nvSpPr>
        <p:spPr>
          <a:xfrm>
            <a:off x="1117433" y="2370385"/>
            <a:ext cx="12750967" cy="103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queue (default)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random messages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At-least-once message delivery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Upload media while resizing or encoding it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Unlimited throughput, unlimited number of messages in queue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latency (&lt;10 ms on publish and receive)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 of 256KB per message sent</a:t>
            </a:r>
            <a:endParaRPr/>
          </a:p>
          <a:p>
            <a:pPr indent="0" lvl="3" marL="1333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13385633" y="4961185"/>
            <a:ext cx="10998367" cy="5554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Queue (First In First Out Queue)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Messages are processed in order by the consumer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Exactly-once message delivery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order product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throughput: 300 msg/s 🡺 3000 msg/s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0799" y="10611993"/>
            <a:ext cx="10201243" cy="127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9"/>
          <p:cNvSpPr/>
          <p:nvPr/>
        </p:nvSpPr>
        <p:spPr>
          <a:xfrm>
            <a:off x="17811606" y="11890549"/>
            <a:ext cx="26196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Queue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/>
        </p:nvSpPr>
        <p:spPr>
          <a:xfrm>
            <a:off x="1117434" y="2370385"/>
            <a:ext cx="13084704" cy="9794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In-flight encryption: using HTTPS API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At-rest encryption: using KMS keys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client-side encryption if the client wants to perform encryption/decryption itself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Controls &amp; SQS Access Policies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policies to regulate access to the SQS API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cross-account access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9746" y="7304335"/>
            <a:ext cx="9555999" cy="5109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60769" y="1616265"/>
            <a:ext cx="7453951" cy="5344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/>
        </p:nvSpPr>
        <p:spPr>
          <a:xfrm>
            <a:off x="1117433" y="2370386"/>
            <a:ext cx="11684167" cy="3405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SNS &amp; Lambda Function (Next lessons)</a:t>
            </a:r>
            <a:endParaRPr/>
          </a:p>
        </p:txBody>
      </p:sp>
      <p:sp>
        <p:nvSpPr>
          <p:cNvPr id="270" name="Google Shape;270;p3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Queue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1200151" y="2389436"/>
            <a:ext cx="16069278" cy="10088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service that allows saving Queue on AWS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used to decouple applications, processing each payment request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Components: Producer, Consumer, Message, Queue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Producer: Create messages and send it to SQS using the SDK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Consumer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EC2 instances, on-premises servers, AWS Lambda, …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the messages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Auto Scaling Group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4"/>
          <p:cNvSpPr txBox="1"/>
          <p:nvPr/>
        </p:nvSpPr>
        <p:spPr>
          <a:xfrm>
            <a:off x="1200150" y="2389436"/>
            <a:ext cx="22764750" cy="100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Message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Settings: Message Visibility Timeout, Dead Letter Queue, Delay Queue, Long Polling, Message retention, ...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the messages after processing messages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Queue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Standard Queue, FIFO Queue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Encryption: In-flight, At-rest, client-side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Access Controls &amp; SQS Access Policies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SNS &amp; Lambda Function (Next lessons)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95" name="Google Shape;295;p3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