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MOnpF7RCoIUeFl+xZffGu8rmO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architecture/serverless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573748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https://aws.amazon.com/architecture/serverless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26493" y="2268393"/>
            <a:ext cx="8862257" cy="866630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117435" y="2268393"/>
            <a:ext cx="14636916" cy="9199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does not mean there are no servers…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You don’t need to manage the server, just care about the core product, application business logic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server management,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Flexible scaling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availability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idle capacity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== FaaS (Function as a Service)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410949" y="10003584"/>
            <a:ext cx="90668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Managed Service &amp; Serverless Service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5237" y="2695964"/>
            <a:ext cx="14938226" cy="7210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17434" y="2268393"/>
            <a:ext cx="22161666" cy="9409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1: We want to create a mobile application with the following requirements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Expose as REST API with HTTPS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be able to directly interact with their own folder in S3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authenticate through a serverless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users can write and read to-dos, but they mostly read them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database should scale, and have some high read throughput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0384" y="4788926"/>
            <a:ext cx="10271706" cy="36864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540282" y="8551621"/>
            <a:ext cx="491192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 layer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(API Gateway + Lambda)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66691" y="2983677"/>
            <a:ext cx="6762560" cy="549174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14286399" y="8551621"/>
            <a:ext cx="492314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 users access to S3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(S3 + Cognito)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788135" y="9555600"/>
            <a:ext cx="612699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read throughput, static 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(DynamoDB + DAX)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1101" y="4465281"/>
            <a:ext cx="10915650" cy="4926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" y="4470113"/>
            <a:ext cx="10836495" cy="492153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5402170" y="9555600"/>
            <a:ext cx="533351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at the API Gateway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1117434" y="2268393"/>
            <a:ext cx="22161666" cy="8685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REST API: HTTPS, API Gateway, Lambda, DynamoDB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Cognito to generate temporary credentials with STS to access S3 bucket with restricted policy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the reads on DynamoDB using DAX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the REST requests at the API Gateway level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for authentication and authorization with Cognito, STS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1117434" y="2268393"/>
            <a:ext cx="21380616" cy="10056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2: Serverless hosted website - MyBlog.com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website should scale globally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Blogs are rarely written, but often read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of the website is purely static files, the rest is a dynamic REST API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must be implement where possible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new users that subscribes should receive a welcome email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photo uploaded to the blog should have a thumbnail generated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3407530" y="6384838"/>
            <a:ext cx="571983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Serving static content, globally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(S3 + Cloudfront)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840" y="3189309"/>
            <a:ext cx="11463617" cy="319552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/>
          <p:nvPr/>
        </p:nvSpPr>
        <p:spPr>
          <a:xfrm>
            <a:off x="15025672" y="6384838"/>
            <a:ext cx="69525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a public serverless REST API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(API Gateway + Lambda)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48488" y="3274757"/>
            <a:ext cx="11306912" cy="311008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8280728" y="11527246"/>
            <a:ext cx="73516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(DynamoDB with Global Tables + DAX)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3905" y="8020050"/>
            <a:ext cx="12663103" cy="34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247" y="4235705"/>
            <a:ext cx="11191702" cy="514042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/>
          <p:nvPr/>
        </p:nvSpPr>
        <p:spPr>
          <a:xfrm>
            <a:off x="1764691" y="9376132"/>
            <a:ext cx="850104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Welcome email flow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(trigger DynamoDB Stream + Lambda + SES)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59575" y="4235705"/>
            <a:ext cx="11829175" cy="514042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15946096" y="9376131"/>
            <a:ext cx="537839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Thumbnail Generation flow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(Cloudfront + S3 + Lambda)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1117434" y="2268393"/>
            <a:ext cx="23057016" cy="1038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You’ve seen static content being distributed using CloudFront with S3 (setup OAI)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REST API was serverless, didn’t need Cognito because public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leveraged a DynamoDB Global table to serve the data globally (you could have used Aurora Global Database)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enabled DynamoDB streams to trigger a Lambda function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lambda function had an IAM role which could use SES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 was used to send emails in a serverless 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can trigger SQS / SNS / Lambda to notify of events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1117434" y="2268393"/>
            <a:ext cx="15837066" cy="10228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3: Distributing paid content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sell videos online and users have to paid to buy videos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videos can be bought by many different customers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only want to distribute videos to users who are premium users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have a database of premium users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we send to premium users should be short lived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application is global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be fully serverless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35" y="2366771"/>
            <a:ext cx="11660227" cy="273405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2890795" y="5227541"/>
            <a:ext cx="736291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user service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(API Gateway + Lambda + DynamoDB)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6537800" y="5227541"/>
            <a:ext cx="35782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authentication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(Cognito)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0905" y="2252455"/>
            <a:ext cx="9412013" cy="2848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3866096" y="11328932"/>
            <a:ext cx="542488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Videos Storage Service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(S3)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4998" y="6966482"/>
            <a:ext cx="933450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16678062" y="11575153"/>
            <a:ext cx="329769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 globally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(Cloudfront + S3)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02362" y="7146028"/>
            <a:ext cx="1184910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814" y="3640997"/>
            <a:ext cx="17047072" cy="646789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6356923" y="10242244"/>
            <a:ext cx="1117485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 Content only to premium users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(API Gateway + Lambda to generate Signed URL Cloudfront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Dynamo to check premium users)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117434" y="2268393"/>
            <a:ext cx="23057016" cy="10399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 for authentication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DynamoDB for storing users that are premium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serverless applications: Premium User registration, CloudFront Signed URL generator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is stored in S3 (serverless and scalable), integrated with CloudFront with OAI for security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can only be used using Signed URLs to prevent unauthorized users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about S3 Signed URL? They’re not efficient for global access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1117434" y="2268393"/>
            <a:ext cx="16484766" cy="8990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4: Big Data Ingestion Pipeline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the ingestion pipeline to be fully serverless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collect data in real time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transform the data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query the transformed data using SQL interface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reports created using the queries should be in S3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load that data into a warehouse and create dashboards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3286124"/>
            <a:ext cx="17431636" cy="76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117434" y="2268393"/>
            <a:ext cx="23057016" cy="10152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is great for real-time data collection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Firehose helps with data delivery to S3 in near real-time (1 minute)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can help Firehose with data transformations before delivery to S3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S3 can trigger notifications to SQS &amp; Lambda can subscribe to SQS (You could have connect S3 to Lambda)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 is a serverless SQL service and results are stored in S3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reporting bucket contains analyzed data and can be used by reporting tool such as AWS QuickSight, Redshift, …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117434" y="2268394"/>
            <a:ext cx="7686634" cy="1211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5: Event Processing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895498" y="6518849"/>
            <a:ext cx="47756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SQS + Lambda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849" y="4362204"/>
            <a:ext cx="5250959" cy="215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11491842" y="6575999"/>
            <a:ext cx="86324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Dead Letter Queue to prevent infinite loop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7608" y="3808546"/>
            <a:ext cx="4760958" cy="276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1709" y="8147357"/>
            <a:ext cx="5045282" cy="276229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10895024" y="10979210"/>
            <a:ext cx="20986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SQS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354270" y="12055085"/>
            <a:ext cx="71801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Processing with SQS &amp; Lambda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072478" y="5178599"/>
            <a:ext cx="29995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SNS + Lambda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517562" y="12065502"/>
            <a:ext cx="112566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Processing with SNS &amp; Lambda &amp; Dead Letter Queue 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8446" y="1879200"/>
            <a:ext cx="7053384" cy="329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583" y="2724150"/>
            <a:ext cx="6229327" cy="245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11602644" y="5163298"/>
            <a:ext cx="110450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condition into Lambda to prevent omit error message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103730" y="10930303"/>
            <a:ext cx="80842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Dead Letter Queue for error message  </a:t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6397" y="6282774"/>
            <a:ext cx="5598933" cy="4640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9934363" y="12065502"/>
            <a:ext cx="44230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to multiple SQS</a:t>
            </a: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464" y="3374956"/>
            <a:ext cx="5538314" cy="618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9023" y="3374956"/>
            <a:ext cx="8645422" cy="618814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5705668" y="9531852"/>
            <a:ext cx="17331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 1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4314144" y="9563100"/>
            <a:ext cx="323518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(Recommended)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117434" y="2268394"/>
            <a:ext cx="13817766" cy="740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Events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S3:ObjectCreated, S3:ObjectRemoved, S3:ObjectRestore, S3:Replication…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event notifications typically deliver events in seconds but can sometimes take a minute or longer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case: generate thumbnails of images uploaded to S3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15558435" y="9448800"/>
            <a:ext cx="83183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event can delivery to SNS, SQS, Lambda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8946581" y="12055085"/>
            <a:ext cx="599555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Processing with S3 Event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32209" y="2268394"/>
            <a:ext cx="7770741" cy="7180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1117434" y="2268393"/>
            <a:ext cx="15951366" cy="3489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6: Microservices architecture</a:t>
            </a:r>
            <a:endParaRPr/>
          </a:p>
        </p:txBody>
      </p:sp>
      <p:pic>
        <p:nvPicPr>
          <p:cNvPr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3090" y="4252912"/>
            <a:ext cx="16242520" cy="725328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/>
          <p:nvPr/>
        </p:nvSpPr>
        <p:spPr>
          <a:xfrm>
            <a:off x="8262901" y="11506200"/>
            <a:ext cx="73629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 service, API Gateway: next lesson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117434" y="2268393"/>
            <a:ext cx="23057016" cy="10399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Synchronous patterns: API Gateway, Load Balancers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Asynchronous patterns: SQS, Kinesis, SNS, Lambda triggers (S3)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