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hM7ZGL37bSxugmRVg2ZXrJ2w1b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3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3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3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4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34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4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34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34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5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35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35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5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aws.amazon.com/lambda/latest/dg/welcome.html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ws.amazon.com/lambda/pric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hyperlink" Target="https://ap-southeast-1.console.aws.amazon.com/lambda/home?region=ap-southeast-1#/begi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38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youtu.be/62ju_iFXoHE?t=818" TargetMode="External"/><Relationship Id="rId4" Type="http://schemas.openxmlformats.org/officeDocument/2006/relationships/hyperlink" Target="https://www.youtube.com/watch?v=97q30JjEq9Y" TargetMode="External"/><Relationship Id="rId5" Type="http://schemas.openxmlformats.org/officeDocument/2006/relationships/hyperlink" Target="https://www.youtube.com/watch?v=XZggsCITQdY&amp;t=526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aws.amazon.com/lambda/latest/dg/foundation-console.html#code-editor" TargetMode="External"/><Relationship Id="rId4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21746304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Lambda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API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Functions Service &amp; Simple Workflow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Quiz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4" y="2370386"/>
            <a:ext cx="23095116" cy="10888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computing service that run code without OS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Service, No servers to manage, Just upload code &amp; run on-demand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44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No need to manage HA, automatic scaling, monitoring, ..., CPU management, Networking,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Integrated with AWS Services (S3, DynamoDB, SQS, SNS, Kinesis, Cognito, ...)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https://docs.aws.amazon.com/lambda/latest/dg/welcome.html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8008" y="7600950"/>
            <a:ext cx="15453475" cy="4412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117434" y="2370386"/>
            <a:ext cx="3873666" cy="105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153151" y="10562795"/>
            <a:ext cx="120757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data-processing triggers for AWS services (S3, DynamoDB)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110" y="5333591"/>
            <a:ext cx="11259377" cy="4851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1022" y="5940282"/>
            <a:ext cx="11408664" cy="3637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414753" y="8574214"/>
            <a:ext cx="41264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Data Streams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3424022"/>
            <a:ext cx="11830050" cy="4836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77750" y="2902290"/>
            <a:ext cx="11162079" cy="572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15961900" y="8629648"/>
            <a:ext cx="41937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Data Firehose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082311" y="10218234"/>
            <a:ext cx="76097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streaming data stored in Kinesis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97292" y="1988923"/>
            <a:ext cx="2105025" cy="653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0149" y="6473824"/>
            <a:ext cx="6601746" cy="245779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3383568" y="8841658"/>
            <a:ext cx="22349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CRON Job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05134" y="6875005"/>
            <a:ext cx="10736173" cy="174331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11484607" y="8841657"/>
            <a:ext cx="112293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like backend (Auto scaling, HA) for Web/Mobile Application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117434" y="2370386"/>
            <a:ext cx="17037216" cy="10202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3380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58704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RAM: 128 MB - 10GB, Disk capacity : 512 MB (/tmp)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58704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execution time: 900 seconds (15 minutes)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58704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variables (4 KB)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58704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Concurrency executions: 1000 (can be increased)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58704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size (compressed .zip): 50 MB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58704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 of uncompressed deployment (code + dependencies): 250 MB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55942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Very cheap -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https://aws.amazon.com/lambda/pricing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1117434" y="2370386"/>
            <a:ext cx="18542166" cy="8030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Language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Node.js, Python, Java, C#, Golang, Ruby,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Runtime API (community supported, example Rust)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Container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container image must implement the Lambda Runtime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ECS / Fargate is preferred for running arbitrary Docker images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/>
        </p:nvSpPr>
        <p:spPr>
          <a:xfrm>
            <a:off x="1117434" y="2370386"/>
            <a:ext cx="7074066" cy="960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Lambda Function (Author from scratch)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Lambda Function (blue print)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2695" y="2503736"/>
            <a:ext cx="14018496" cy="57258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/>
          <p:nvPr/>
        </p:nvSpPr>
        <p:spPr>
          <a:xfrm>
            <a:off x="10615034" y="8189268"/>
            <a:ext cx="1398955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https://ap-southeast-1.console.aws.amazon.com/lambda/home?region=ap-southeast-1#/begin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/>
        </p:nvSpPr>
        <p:spPr>
          <a:xfrm>
            <a:off x="1117434" y="2370386"/>
            <a:ext cx="12103266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Lambda Function (Author from scratch)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3184773"/>
            <a:ext cx="11306175" cy="180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354" y="5119382"/>
            <a:ext cx="10223965" cy="74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39536" y="4414531"/>
            <a:ext cx="11339614" cy="6224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/>
          <p:nvPr/>
        </p:nvSpPr>
        <p:spPr>
          <a:xfrm>
            <a:off x="1117434" y="2370386"/>
            <a:ext cx="7378866" cy="1306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3552" y="1591343"/>
            <a:ext cx="8105598" cy="6611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2062" y="2568722"/>
            <a:ext cx="7576050" cy="465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8489495"/>
            <a:ext cx="12696825" cy="4061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/>
        </p:nvSpPr>
        <p:spPr>
          <a:xfrm>
            <a:off x="1117434" y="2370386"/>
            <a:ext cx="10922166" cy="1020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Lambda Function (blueprint)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02" y="4745065"/>
            <a:ext cx="12872830" cy="5694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88466" y="2529410"/>
            <a:ext cx="9695275" cy="5509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50770" y="8579548"/>
            <a:ext cx="8770665" cy="3719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1117434" y="2370386"/>
            <a:ext cx="7378866" cy="1306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455" y="3676650"/>
            <a:ext cx="8535844" cy="73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3600" y="5374311"/>
            <a:ext cx="13696950" cy="398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9397295" y="11956763"/>
            <a:ext cx="42178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CloudWatch Log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055" y="1843596"/>
            <a:ext cx="107823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5" y="6255542"/>
            <a:ext cx="14439900" cy="55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4084144" y="6871426"/>
            <a:ext cx="26212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code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2190751"/>
            <a:ext cx="10103718" cy="46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10963" y="1499251"/>
            <a:ext cx="10929938" cy="557523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/>
          <p:nvPr/>
        </p:nvSpPr>
        <p:spPr>
          <a:xfrm>
            <a:off x="16485252" y="7074490"/>
            <a:ext cx="98135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3956" y="7928538"/>
            <a:ext cx="11584497" cy="419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5"/>
          <p:cNvSpPr/>
          <p:nvPr/>
        </p:nvSpPr>
        <p:spPr>
          <a:xfrm>
            <a:off x="9397295" y="12128213"/>
            <a:ext cx="42178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CloudWatch Log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1117434" y="2370386"/>
            <a:ext cx="15875166" cy="536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Other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 EBS Snapshot: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https://youtu.be/62ju_iFXoHE?t=818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Object S3: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https://www.youtube.com/watch?v=97q30JjEq9Y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https://www.youtube.com/watch?v=XZggsCITQdY&amp;t=526s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/>
        </p:nvSpPr>
        <p:spPr>
          <a:xfrm>
            <a:off x="1117434" y="2370386"/>
            <a:ext cx="5721516" cy="486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Invoking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/>
        </p:nvSpPr>
        <p:spPr>
          <a:xfrm>
            <a:off x="1117433" y="2370385"/>
            <a:ext cx="21494917" cy="8488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function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create Lambda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 from scratch: Empty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Blueprint: Template code for Node.js &amp;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image: Using docker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app repository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Components: Runtime, Code, Concurrency, Network, Database proxy, File system, Monitoring, ...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0" y="2370385"/>
            <a:ext cx="11281582" cy="608633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/>
          <p:nvPr/>
        </p:nvSpPr>
        <p:spPr>
          <a:xfrm>
            <a:off x="17541343" y="8488186"/>
            <a:ext cx="18020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/>
        </p:nvSpPr>
        <p:spPr>
          <a:xfrm>
            <a:off x="1117433" y="2370385"/>
            <a:ext cx="18161167" cy="9859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Node.js, Python, Java, C#, Golang, Ruby,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Architecture: x86_64, arm64 (higher performance)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Memory: 128 MB 🡺 10 GB, Disk capacity : 512 MB 🡪 10 GB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execution time: 900 seconds (15 minutes)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(Parameter, Json), Context, Callback, Environment variable (Max 4KB)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Lambda Layer to upload libraries, dependencies, ... (Max 50MB)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4258234" y="4733300"/>
            <a:ext cx="89739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write code with Lambda Editor (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upload code from S3, On-premises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0" y="2370384"/>
            <a:ext cx="10972800" cy="2224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/>
        </p:nvSpPr>
        <p:spPr>
          <a:xfrm>
            <a:off x="1117433" y="2370385"/>
            <a:ext cx="12827167" cy="5573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Concurrency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1000 Concurrency (can be increased)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Reserved concurrency: Config max concurrency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Provisioned concurrency: auto scaling based on workload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389244" y="11988262"/>
            <a:ext cx="42835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Reserved concurrency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49" y="8222379"/>
            <a:ext cx="7828973" cy="372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84084" y="8509175"/>
            <a:ext cx="7818189" cy="338055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/>
          <p:nvPr/>
        </p:nvSpPr>
        <p:spPr>
          <a:xfrm>
            <a:off x="16557442" y="11988263"/>
            <a:ext cx="46714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Provisioned concurrency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70413" y="9834241"/>
            <a:ext cx="4462572" cy="210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/>
        </p:nvSpPr>
        <p:spPr>
          <a:xfrm>
            <a:off x="1117433" y="2370385"/>
            <a:ext cx="13860603" cy="10412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the Lambda is public over the 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configure Lambda to run only in VPC (private)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proxy / File system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 proxy for Lambda Function accessing RDS / File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Machine: Handling error for Lambda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Alias, Version, Security (Code Signing)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Monitoring: CloudWatch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0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8036" y="2370385"/>
            <a:ext cx="8952943" cy="5630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/>
        </p:nvSpPr>
        <p:spPr>
          <a:xfrm>
            <a:off x="1117433" y="2370386"/>
            <a:ext cx="13003681" cy="4829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Invoking Function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Test: Max 10 test / 1 function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function is called when an event occurs on AWS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962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58514" y="2370385"/>
            <a:ext cx="8477835" cy="840076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/>
          <p:nvPr/>
        </p:nvSpPr>
        <p:spPr>
          <a:xfrm>
            <a:off x="19156682" y="10832813"/>
            <a:ext cx="14814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4965" y="7105241"/>
            <a:ext cx="11259377" cy="485130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/>
          <p:nvPr/>
        </p:nvSpPr>
        <p:spPr>
          <a:xfrm>
            <a:off x="7164828" y="11819185"/>
            <a:ext cx="17796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/>
        </p:nvSpPr>
        <p:spPr>
          <a:xfrm>
            <a:off x="1117433" y="2370385"/>
            <a:ext cx="22961767" cy="471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Asynchronous invocation: Waiting the function finish processing, then return the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Synchronous invocation: Lambda will add to the queue to process, then return the result immediately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5526147" y="10672092"/>
            <a:ext cx="47404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Asynchronous invocation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4695" y="8034986"/>
            <a:ext cx="5543305" cy="2637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3347" y="8071426"/>
            <a:ext cx="8925239" cy="263876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/>
          <p:nvPr/>
        </p:nvSpPr>
        <p:spPr>
          <a:xfrm>
            <a:off x="13718358" y="10672091"/>
            <a:ext cx="45352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Synchronous invocation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/>
        </p:nvSpPr>
        <p:spPr>
          <a:xfrm>
            <a:off x="1117433" y="2370385"/>
            <a:ext cx="22961767" cy="2487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function finishes processing (success / failure), it will send the record to the destination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SNS, SQS, Lambda Function, Event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962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0874" y="5391150"/>
            <a:ext cx="9960866" cy="592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/>
          <p:nvPr/>
        </p:nvSpPr>
        <p:spPr>
          <a:xfrm>
            <a:off x="9611107" y="11309063"/>
            <a:ext cx="47404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Asynchronous invocation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1200150" y="2389436"/>
            <a:ext cx="19564349" cy="10202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computing service that run code without OS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Service, No servers to manage, Just upload code &amp; run on-demand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Integrated with AWS Services (S3, DynamoDB, SQS, SNS, Kinesis, Cognito, ...)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data-processing triggers for AWS services (S3, DynamoDB)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streaming data stored in Kinesis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like backend (Auto scaling,  HA) for Web/Mobile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CRON Job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1200150" y="2389436"/>
            <a:ext cx="19564349" cy="928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RAM: 128 MB 🡪10GB, Disk capacity : 512 MB 🡪 10GB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execution time: 15 minutes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Concurrency executions: 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size (compressed .zip): 50 MB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Very cheap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Language support: Node.js, Python, Java, C#, Golang, Ruby, ..., Container Image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1200150" y="2389436"/>
            <a:ext cx="22555200" cy="928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function: Runtime, Code, Concurrency, Network, Database proxy, File system, Monitoring,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Invoking Function: Test, trigger from AWS Services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Destination: Asynchronous/Synchronous invocation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