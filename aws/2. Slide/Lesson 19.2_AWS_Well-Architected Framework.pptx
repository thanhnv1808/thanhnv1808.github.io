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HmqyhPs8Rkgd+Gv9ZfxA5w32J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architecture/well-architected" TargetMode="External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ZVunPiLvCu4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268392"/>
            <a:ext cx="23114166" cy="1017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Well-Architected helps cloud architects build secure, high-performing, resilient, efficient infrastructure for a variety of applications and workloads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guessing your capacity needs 🡺 Instead of Auto Scaling Group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systems at production scale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 to make architectural experimentation easier 🡺 Using CloudFormation to deploy in multiple environments to experiments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for evolutionary architectures (Design based on changing requirements)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 applications for flash sale days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1117434" y="2268392"/>
            <a:ext cx="7226466" cy="950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 pillars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excellence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efficiency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optimization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Sustainability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https://aws.amazon.com/architecture/well-architected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5875" y="2268392"/>
            <a:ext cx="13230651" cy="59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117434" y="2268392"/>
            <a:ext cx="22980816" cy="1043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excellence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the ability to run and monitor systems to deliver business value and to continually improve supporting processes and procedures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operations as code - Infrastructure as code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Annotate documentation - Automate the creation of annotated documentation after every build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frequent, small, reversible changes - So that in case of any failure, you can reverse it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 operations procedures frequently - And ensure that team members are familiar with it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Anticipate failure, Learn from all operational failures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1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3835" y="3289276"/>
            <a:ext cx="4801028" cy="166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3464" y="6184852"/>
            <a:ext cx="12601771" cy="1663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9004" y="9080453"/>
            <a:ext cx="12830692" cy="158754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1178754" y="4952999"/>
            <a:ext cx="15311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1178756" y="7841963"/>
            <a:ext cx="15311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Operate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1293371" y="10668000"/>
            <a:ext cx="13019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1117434" y="2268392"/>
            <a:ext cx="22980816" cy="1043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the ability to protect information, systems, and assets while delivering business value through risk assessments and mitigation strategies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strong identity foundation - Centralize privilege management and reduce (or even eliminate) reliance on long-term credentials - Principle of least privilege - IAM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traceability - Integrate logs and metrics with systems to automatically respond and take action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security at all layers - Like edge network, VPC, subnet, load balancer, every instance, operating system, and application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 security best practices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people away from data - Reduce or eliminate the need for direct access or manual processing of data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1117434" y="2268392"/>
            <a:ext cx="23266566" cy="18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for security events - Run incident response simulations and use tools with automation to increase your speed for detection, investigation, and recovery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560" y="4592492"/>
            <a:ext cx="7988500" cy="168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0749" y="8915399"/>
            <a:ext cx="7990311" cy="163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7550" y="4592491"/>
            <a:ext cx="12081130" cy="168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74484" y="7514366"/>
            <a:ext cx="11887262" cy="166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61951" y="10258152"/>
            <a:ext cx="7920426" cy="153379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2879126" y="6281863"/>
            <a:ext cx="56717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 and Access Management</a:t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077369" y="10553700"/>
            <a:ext cx="32752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Detective Controls</a:t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4755503" y="6281863"/>
            <a:ext cx="43252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Protection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15497693" y="9149774"/>
            <a:ext cx="28408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Protection</a:t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5326171" y="11791949"/>
            <a:ext cx="31838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 Response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1117434" y="2268392"/>
            <a:ext cx="22980816" cy="1043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of a system to recover from infrastructure or service disruptions, dynamically acquire computing resources to meet demand, and mitigate disruptions such as misconfigurations or transient network issues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recovery procedures - Use automation to simulate different failures or to recreate scenarios that led to failures before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recover from failure - Anticipate and remediate failures before they occur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horizontally to increase aggregate system availability - Distribute requests across multiple, smaller resources to ensure that they don't share a common point of failure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guessing capacity - Maintain the optimal level to satisfy demand without over or under provisioning - Use Auto Scaling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change in automation - Use automation to make changes to infrastructure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0990874" y="4097833"/>
            <a:ext cx="22589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Foundations</a:t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10246909" y="11428560"/>
            <a:ext cx="36615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Management</a:t>
            </a:r>
            <a:endParaRPr/>
          </a:p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272" y="2397429"/>
            <a:ext cx="10398157" cy="1700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854" y="9884113"/>
            <a:ext cx="11712992" cy="1544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295" y="6034496"/>
            <a:ext cx="10440808" cy="166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10276736" y="7697522"/>
            <a:ext cx="36872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Management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1117434" y="2268392"/>
            <a:ext cx="22980816" cy="1043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Efficiency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the ability to use computing resources efficiently to meet system requirements, and to maintain that efficiency as demand changes and technologies evolve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Democratize advanced technologies - Advance technologies become services and hence you can focus more on product development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global in minutes - Easy deployment in multiple regions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serverless architectures - Avoid burden of managing servers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more often - Easy to carry out comparative testing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4971429" y="4982306"/>
            <a:ext cx="16898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16861065" y="4957135"/>
            <a:ext cx="20537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</a:t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5109602" y="10134657"/>
            <a:ext cx="13708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/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747" y="3474861"/>
            <a:ext cx="100012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1692" y="8485706"/>
            <a:ext cx="2606708" cy="17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68694" y="3372723"/>
            <a:ext cx="2443138" cy="158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60638" y="8485706"/>
            <a:ext cx="7497274" cy="17033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1"/>
          <p:cNvSpPr/>
          <p:nvPr/>
        </p:nvSpPr>
        <p:spPr>
          <a:xfrm>
            <a:off x="16998121" y="10201499"/>
            <a:ext cx="177965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Tradeoffs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1117434" y="2096942"/>
            <a:ext cx="22980816" cy="10647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Optimization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the ability to run systems to deliver business value at the lowest price point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Adopt a consumption mode - Pay only for what you use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overall efficiency - Use CloudWatch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spending money on data center operations - AWS does the infrastructure part and enables customer to focus on organization projects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and attribute expenditure - Accurate identification of system usage and costs, helps measure return on investment (ROI) - Make sure to use tags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managed and application level services to reduce cost of ownership – As managed services operate at cloud scale, they can offer a lower cost per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290992" y="5170209"/>
            <a:ext cx="40751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Expenditure Awareness</a:t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4003452" y="9398270"/>
            <a:ext cx="430278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Resources</a:t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15007338" y="5170209"/>
            <a:ext cx="50529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supply and demand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5605257" y="9398270"/>
            <a:ext cx="38571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Over Time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952" y="3775463"/>
            <a:ext cx="9390577" cy="139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1396" y="7760015"/>
            <a:ext cx="7334346" cy="1638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35328" y="3452511"/>
            <a:ext cx="4597006" cy="1717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86156" y="7722359"/>
            <a:ext cx="6095350" cy="167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1117434" y="2268392"/>
            <a:ext cx="11988966" cy="277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https://www.youtube.com/watch?v=ZVunPiLvCu4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