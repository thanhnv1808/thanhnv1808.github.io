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/7UkCFet/5wCS7pIZ/33/0OQa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18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8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18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8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9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9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268393"/>
            <a:ext cx="22161666" cy="9409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1: Web App - WhatIsTheTime.com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 people to know what time it is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don’t need a database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 to start small and can accept downtime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 to fully scale vertically and horizontally, no downtime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5923270" y="8351372"/>
            <a:ext cx="143821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(EC2)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4160056" y="8351372"/>
            <a:ext cx="6726521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vertically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 Scaling + ELB + HeathCheck)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" name="Google Shape;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5132" y="4314377"/>
            <a:ext cx="7714492" cy="398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75141" y="3590701"/>
            <a:ext cx="889635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5015194" y="8256458"/>
            <a:ext cx="237116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domain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(Route53)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6972003" y="8256458"/>
            <a:ext cx="26677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multi A-Z</a:t>
            </a:r>
            <a:endParaRPr/>
          </a:p>
        </p:txBody>
      </p:sp>
      <p:pic>
        <p:nvPicPr>
          <p:cNvPr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537" y="3503483"/>
            <a:ext cx="11420474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6574" y="2236658"/>
            <a:ext cx="11458575" cy="6019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1117434" y="2268393"/>
            <a:ext cx="17970666" cy="6323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vs Private IP and EC2 instances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Maintaining EC2 instances with Auto Scaling Groups &amp; ELB with Health Checks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 AZ to survive disasters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with Route53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/>
        </p:nvSpPr>
        <p:spPr>
          <a:xfrm>
            <a:off x="1117434" y="2268393"/>
            <a:ext cx="22904616" cy="10056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2: Stateless Web App: MyClothes.com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 people to buy clothes online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There’s a shopping cart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website is having hundreds of users at the same time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need to scale, maintain horizontal scalability and keep your application as stateless as possible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should not lose their shopping cart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should have their details (address, ...) in a database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2076475" y="8827958"/>
            <a:ext cx="824859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ElasticCache instead of ELB Session Affinity for saving User Cookies 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(ElasticCache or DynamoDB + Multi A-Z)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15298471" y="8827958"/>
            <a:ext cx="601478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Storing User Data in a database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(RDS)</a:t>
            </a:r>
            <a:endParaRPr/>
          </a:p>
        </p:txBody>
      </p:sp>
      <p:pic>
        <p:nvPicPr>
          <p:cNvPr id="77" name="Google Shape;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637" y="3541583"/>
            <a:ext cx="11344275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33715" y="3560633"/>
            <a:ext cx="11544300" cy="52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>
            <a:off x="13737959" y="9092625"/>
            <a:ext cx="82485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Groups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4350" y="3762782"/>
            <a:ext cx="11835816" cy="524786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/>
          <p:nvPr/>
        </p:nvSpPr>
        <p:spPr>
          <a:xfrm>
            <a:off x="1811197" y="9073575"/>
            <a:ext cx="824859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reads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(Add RDS Read Replicas)</a:t>
            </a:r>
            <a:endParaRPr/>
          </a:p>
        </p:txBody>
      </p:sp>
      <p:pic>
        <p:nvPicPr>
          <p:cNvPr id="87" name="Google Shape;8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900" y="3886200"/>
            <a:ext cx="10823192" cy="51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/>
        </p:nvSpPr>
        <p:spPr>
          <a:xfrm>
            <a:off x="1117434" y="2268393"/>
            <a:ext cx="21761616" cy="10361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ELB sticky sessions: caching for stateful app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ElastiCache/DynamoDB : storing sessions for stateless app, caching data from RDS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RDS: storing user data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RDS Read replicas for scaling reads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 AZ for disaster recovery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Tight Security with security groups referencing each other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/>
        </p:nvSpPr>
        <p:spPr>
          <a:xfrm>
            <a:off x="1117434" y="2268393"/>
            <a:ext cx="22904616" cy="10056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3: Stateful Web App: MyWordPress.com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are trying to create a fully scalable WordPress website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 that website to access and correctly display picture uploads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data, and the blog content should be stored in a MySQL database.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/>
          <p:nvPr/>
        </p:nvSpPr>
        <p:spPr>
          <a:xfrm>
            <a:off x="2076475" y="8827958"/>
            <a:ext cx="824859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Database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(Aurora with Multi AZ &amp; Read Replicas)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15661551" y="8827958"/>
            <a:ext cx="528862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Storing images with EFS/S3</a:t>
            </a:r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49" y="3551108"/>
            <a:ext cx="11372850" cy="52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90851" y="4008308"/>
            <a:ext cx="11630025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/>
        </p:nvSpPr>
        <p:spPr>
          <a:xfrm>
            <a:off x="1117434" y="2268393"/>
            <a:ext cx="21742566" cy="4341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Database to have easy Multi-AZ and Read-Replicas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Storing data in EBS (single instance application) Vs Storing data in EFS/S3 (distributed application)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1117434" y="2268393"/>
            <a:ext cx="6788316" cy="1255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4: Caching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49" y="4790996"/>
            <a:ext cx="11658173" cy="5553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1117434" y="2268393"/>
            <a:ext cx="6788316" cy="1255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0940" y="3524250"/>
            <a:ext cx="16765020" cy="84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