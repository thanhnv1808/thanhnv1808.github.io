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13716000" cx="24384000"/>
  <p:notesSz cx="6797675" cy="9929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  <p:ext uri="GoogleSlidesCustomDataVersion2">
      <go:slidesCustomData xmlns:go="http://customooxmlschemas.google.com/" r:id="rId12" roundtripDataSignature="AMtx7mjO494ZnA76P4nvxl9CQQ95vEwF6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20" orient="horz"/>
        <p:guide pos="76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customschemas.google.com/relationships/presentationmetadata" Target="meta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" name="Google Shape;33;p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" name="Google Shape;41;p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" name="Google Shape;68;p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fld id="{00000000-1234-1234-1234-123412341234}" type="slidenum"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017132" y="859479"/>
            <a:ext cx="2950192" cy="1131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ell phone&#10;&#10;Description automatically generated" id="13" name="Google Shape;13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9"/>
          <p:cNvSpPr txBox="1"/>
          <p:nvPr>
            <p:ph type="title"/>
          </p:nvPr>
        </p:nvSpPr>
        <p:spPr>
          <a:xfrm>
            <a:off x="1845217" y="357188"/>
            <a:ext cx="15794390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Meiryo"/>
              <a:buNone/>
              <a:defRPr sz="8200">
                <a:latin typeface="Meiryo"/>
                <a:ea typeface="Meiryo"/>
                <a:cs typeface="Meiryo"/>
                <a:sym typeface="Meiry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5" name="Google Shape;15;p9"/>
          <p:cNvSpPr txBox="1"/>
          <p:nvPr>
            <p:ph idx="12" type="sldNum"/>
          </p:nvPr>
        </p:nvSpPr>
        <p:spPr>
          <a:xfrm>
            <a:off x="8820083" y="13156977"/>
            <a:ext cx="6743833" cy="4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</a:t>
            </a:r>
            <a:r>
              <a:rPr i="1" lang="en-US"/>
              <a:t>© </a:t>
            </a:r>
            <a:r>
              <a:rPr lang="en-US"/>
              <a:t>VTI Academy All Right Reserved 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1_Title and Conten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10"/>
          <p:cNvCxnSpPr/>
          <p:nvPr/>
        </p:nvCxnSpPr>
        <p:spPr>
          <a:xfrm>
            <a:off x="482600" y="1412390"/>
            <a:ext cx="21521992" cy="0"/>
          </a:xfrm>
          <a:prstGeom prst="straightConnector1">
            <a:avLst/>
          </a:prstGeom>
          <a:noFill/>
          <a:ln cap="flat" cmpd="sng" w="19050">
            <a:solidFill>
              <a:srgbClr val="3C5A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" name="Google Shape;18;p10"/>
          <p:cNvSpPr/>
          <p:nvPr/>
        </p:nvSpPr>
        <p:spPr>
          <a:xfrm>
            <a:off x="0" y="12670972"/>
            <a:ext cx="24384000" cy="1045028"/>
          </a:xfrm>
          <a:prstGeom prst="rect">
            <a:avLst/>
          </a:prstGeom>
          <a:solidFill>
            <a:srgbClr val="3C5A99"/>
          </a:solidFill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t/>
            </a:r>
            <a:endParaRPr b="1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0"/>
          <p:cNvSpPr/>
          <p:nvPr/>
        </p:nvSpPr>
        <p:spPr>
          <a:xfrm>
            <a:off x="6781639" y="12854932"/>
            <a:ext cx="10458958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Copyright </a:t>
            </a:r>
            <a:r>
              <a:rPr b="1" i="1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© </a:t>
            </a: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 All Right Reserved </a:t>
            </a:r>
            <a:endParaRPr b="1" i="0" sz="3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0" name="Google Shape;20;p10"/>
          <p:cNvCxnSpPr/>
          <p:nvPr/>
        </p:nvCxnSpPr>
        <p:spPr>
          <a:xfrm>
            <a:off x="14610736" y="1412390"/>
            <a:ext cx="7393856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" name="Google Shape;21;p10"/>
          <p:cNvCxnSpPr/>
          <p:nvPr/>
        </p:nvCxnSpPr>
        <p:spPr>
          <a:xfrm>
            <a:off x="0" y="12670972"/>
            <a:ext cx="24384000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A picture containing drawing&#10;&#10;Description automatically generated" id="22" name="Google Shape;22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252276" y="-25180"/>
            <a:ext cx="5131724" cy="1437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1"/>
          <p:cNvSpPr txBox="1"/>
          <p:nvPr>
            <p:ph type="title"/>
          </p:nvPr>
        </p:nvSpPr>
        <p:spPr>
          <a:xfrm>
            <a:off x="1845217" y="357188"/>
            <a:ext cx="18701658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Meiryo"/>
              <a:buNone/>
              <a:defRPr sz="8200">
                <a:latin typeface="Meiryo"/>
                <a:ea typeface="Meiryo"/>
                <a:cs typeface="Meiryo"/>
                <a:sym typeface="Meiry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6" name="Google Shape;26;p11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7" name="Google Shape;27;p11"/>
          <p:cNvSpPr txBox="1"/>
          <p:nvPr>
            <p:ph idx="12" type="sldNum"/>
          </p:nvPr>
        </p:nvSpPr>
        <p:spPr>
          <a:xfrm>
            <a:off x="11962817" y="13073062"/>
            <a:ext cx="448840" cy="4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8" name="Google Shape;28;p11"/>
          <p:cNvCxnSpPr/>
          <p:nvPr/>
        </p:nvCxnSpPr>
        <p:spPr>
          <a:xfrm>
            <a:off x="1845217" y="1893677"/>
            <a:ext cx="18701658" cy="0"/>
          </a:xfrm>
          <a:prstGeom prst="straightConnector1">
            <a:avLst/>
          </a:prstGeom>
          <a:noFill/>
          <a:ln cap="rnd" cmpd="sng" w="38100">
            <a:solidFill>
              <a:srgbClr val="057BB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close up of a sign&#10;&#10;Description automatically generated" id="29" name="Google Shape;29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12883" y="427995"/>
            <a:ext cx="2645634" cy="1639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Only">
  <p:cSld name="2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indent="-633730" lvl="0" marL="457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633730" lvl="1" marL="914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633730" lvl="2" marL="1371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633730" lvl="3" marL="1828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633729" lvl="4" marL="2286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633729" lvl="5" marL="2743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633729" lvl="6" marL="3200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633729" lvl="7" marL="3657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633729" lvl="8" marL="4114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hyperlink" Target="mailto:duy.nguyenngoc1@vti.com.vn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1.awsstatic.com/training-and-certification/docs-sa-assoc/AWS-Certified-Solutions-Architect-Associate_Sample-Questions.pdf" TargetMode="External"/><Relationship Id="rId4" Type="http://schemas.openxmlformats.org/officeDocument/2006/relationships/hyperlink" Target="https://d1.awsstatic.com/training-and-certification/docs-sa-assoc/AWS-Certified-Solutions-Architect-Associate_Exam-Guide.pdf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aws.amazon.com/certification/certified-solutions-architect-associate" TargetMode="External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drawing&#10;&#10;Description automatically generated" id="35" name="Google Shape;3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3650" y="1753558"/>
            <a:ext cx="5103775" cy="1429741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"/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100"/>
              <a:buFont typeface="Times New Roman"/>
              <a:buNone/>
            </a:pPr>
            <a:r>
              <a:rPr b="1" i="0" lang="en-US" sz="31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WAY TO ENTERPRISE</a:t>
            </a:r>
            <a:endParaRPr/>
          </a:p>
        </p:txBody>
      </p:sp>
      <p:sp>
        <p:nvSpPr>
          <p:cNvPr id="37" name="Google Shape;37;p1"/>
          <p:cNvSpPr txBox="1"/>
          <p:nvPr/>
        </p:nvSpPr>
        <p:spPr>
          <a:xfrm>
            <a:off x="1215678" y="4549070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4400"/>
              <a:buFont typeface="Times New Roman"/>
              <a:buNone/>
            </a:pPr>
            <a:r>
              <a:rPr b="0" i="0" lang="en-US" sz="10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</a:t>
            </a:r>
            <a:endParaRPr b="0" i="0" sz="10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" name="Google Shape;38;p1"/>
          <p:cNvSpPr txBox="1"/>
          <p:nvPr/>
        </p:nvSpPr>
        <p:spPr>
          <a:xfrm>
            <a:off x="1795790" y="8295495"/>
            <a:ext cx="11871552" cy="2841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Author: </a:t>
            </a:r>
            <a:r>
              <a:rPr b="1" i="0" lang="en-US" sz="5000" u="sng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duy.nguyenngoc1@vti.com.vn</a:t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t/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 txBox="1"/>
          <p:nvPr>
            <p:ph type="title"/>
          </p:nvPr>
        </p:nvSpPr>
        <p:spPr>
          <a:xfrm>
            <a:off x="1845217" y="357188"/>
            <a:ext cx="15794390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8200"/>
              <a:buFont typeface="Calibri"/>
              <a:buNone/>
            </a:pPr>
            <a:r>
              <a:rPr lang="en-US">
                <a:solidFill>
                  <a:srgbClr val="0079BF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Copyright </a:t>
            </a:r>
            <a:r>
              <a:rPr b="0" i="1" lang="en-US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© </a:t>
            </a:r>
            <a:r>
              <a:rPr b="0" i="0" lang="en-US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VTI Academy All Rights Reserved </a:t>
            </a:r>
            <a:endParaRPr/>
          </a:p>
        </p:txBody>
      </p:sp>
      <p:sp>
        <p:nvSpPr>
          <p:cNvPr id="45" name="Google Shape;45;p2"/>
          <p:cNvSpPr txBox="1"/>
          <p:nvPr/>
        </p:nvSpPr>
        <p:spPr>
          <a:xfrm>
            <a:off x="1845216" y="3116480"/>
            <a:ext cx="21746304" cy="97177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Exam Introduction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Exam Registration </a:t>
            </a:r>
            <a:endParaRPr b="0" i="0" sz="6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 Introduction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" name="Google Shape;51;p3"/>
          <p:cNvSpPr txBox="1"/>
          <p:nvPr/>
        </p:nvSpPr>
        <p:spPr>
          <a:xfrm>
            <a:off x="1117433" y="2268391"/>
            <a:ext cx="21724982" cy="103427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Level: Associate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Length: 130 minutes + 30  Requesting Accommodations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Cost: 150 USD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Format: 65 questions, multiple choice / multiple response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Passing score: 720/1000 ~ 72%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40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Sample Questions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40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Guideline</a:t>
            </a: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Delivery method: Pearson VUE and PSI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 Introduction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4"/>
          <p:cNvSpPr txBox="1"/>
          <p:nvPr/>
        </p:nvSpPr>
        <p:spPr>
          <a:xfrm>
            <a:off x="1117433" y="2268392"/>
            <a:ext cx="3225967" cy="10375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Content</a:t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4606135" y="11952514"/>
            <a:ext cx="1422216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https://aws.amazon.com/certification/certified-solutions-architect-associate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9" name="Google Shape;5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38757" y="5136535"/>
            <a:ext cx="11756917" cy="30891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Exam Registration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Google Shape;65;p5"/>
          <p:cNvSpPr txBox="1"/>
          <p:nvPr/>
        </p:nvSpPr>
        <p:spPr>
          <a:xfrm>
            <a:off x="1117433" y="2268392"/>
            <a:ext cx="21724982" cy="96841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TODO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eiryo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Copyright </a:t>
            </a:r>
            <a:r>
              <a:rPr b="0" i="1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© </a:t>
            </a: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VTI Academy All Rights Reserved </a:t>
            </a:r>
            <a:endParaRPr/>
          </a:p>
        </p:txBody>
      </p:sp>
      <p:sp>
        <p:nvSpPr>
          <p:cNvPr id="72" name="Google Shape;72;p6"/>
          <p:cNvSpPr/>
          <p:nvPr/>
        </p:nvSpPr>
        <p:spPr>
          <a:xfrm>
            <a:off x="7195160" y="5450175"/>
            <a:ext cx="10095282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17F"/>
              </a:buClr>
              <a:buSzPts val="8800"/>
              <a:buFont typeface="Times New Roman"/>
              <a:buNone/>
            </a:pPr>
            <a:r>
              <a:rPr b="0" i="0" lang="en-US" sz="8800" u="none" cap="none" strike="noStrike">
                <a:solidFill>
                  <a:srgbClr val="0051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&amp; 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Nguyen Anh Quan (VTI.GA)</dc:creator>
</cp:coreProperties>
</file>