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CD6yEAX2ZIXLerbUuejTrgsWX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15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15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5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15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15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6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aws.amazon.com/step-functions/latest/dg/welcome.html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s0XFX3WHg0w" TargetMode="External"/><Relationship Id="rId5" Type="http://schemas.openxmlformats.org/officeDocument/2006/relationships/hyperlink" Target="https://www.youtube.com/watch?v=YHqRwPkhwLs" TargetMode="External"/><Relationship Id="rId6" Type="http://schemas.openxmlformats.org/officeDocument/2006/relationships/hyperlink" Target="https://www.youtube.com/watch?v=65MK5KqaVh4" TargetMode="External"/><Relationship Id="rId7" Type="http://schemas.openxmlformats.org/officeDocument/2006/relationships/hyperlink" Target="https://docs.aws.amazon.com/step-functions/latest/dg/concepts-amazon-states-language.html" TargetMode="External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Z_dvXy4AVEE" TargetMode="External"/><Relationship Id="rId4" Type="http://schemas.openxmlformats.org/officeDocument/2006/relationships/hyperlink" Target="https://www.youtube.com/watch?v=7lFVAGR57Z8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techtarget.com/searchaws/tip/Step-Functions-outshines-SWF-for-most-AWS-workflows" TargetMode="External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Workflow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3" y="2268394"/>
            <a:ext cx="7245517" cy="4113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Workflow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Functions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Workflow Service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Functions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2282779" y="12032810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https://docs.aws.amazon.com/step-functions/latest/dg/welcome.html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" name="Google Shape;4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670" y="4566301"/>
            <a:ext cx="14159359" cy="749891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 txBox="1"/>
          <p:nvPr/>
        </p:nvSpPr>
        <p:spPr>
          <a:xfrm>
            <a:off x="1117433" y="2268394"/>
            <a:ext cx="21353461" cy="4385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Build serverless visual workflow to orchestrate your Lambda functions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 with AWS Services: EC2, ECS, On premise servers, API Gateway, Lambda, ...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Service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Functions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1117434" y="2268393"/>
            <a:ext cx="4121316" cy="951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/>
          </a:p>
        </p:txBody>
      </p:sp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6790" y="6752072"/>
            <a:ext cx="4534533" cy="101931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2565527" y="8041919"/>
            <a:ext cx="42370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orchestration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8336446" y="8041919"/>
            <a:ext cx="202972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Branching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" name="Google Shape;5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8594" y="5003895"/>
            <a:ext cx="2505425" cy="2943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99885" y="6452499"/>
            <a:ext cx="3136462" cy="147598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11989373" y="8041919"/>
            <a:ext cx="275748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handling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(retry, catch)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7833104" y="8041918"/>
            <a:ext cx="364715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processing</a:t>
            </a:r>
            <a:endParaRPr/>
          </a:p>
        </p:txBody>
      </p:sp>
      <p:pic>
        <p:nvPicPr>
          <p:cNvPr id="62" name="Google Shape;6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75671" y="6213118"/>
            <a:ext cx="7562019" cy="1738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Functions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1123948" y="2261137"/>
            <a:ext cx="4019552" cy="132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701" y="4481393"/>
            <a:ext cx="11326285" cy="52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114844" y="9718885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Lambda functions to build a web-based application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53938" y="5177850"/>
            <a:ext cx="11668125" cy="44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12192000" y="9697445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web-based application - with a human approval</a:t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9811380" y="11993647"/>
            <a:ext cx="47612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 Orchestration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Functions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277889" y="929401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Respond to operational events in your AWS account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12355045" y="927257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Synchronize data between source and destination S3 buckets</a:t>
            </a:r>
            <a:endParaRPr/>
          </a:p>
        </p:txBody>
      </p:sp>
      <p:pic>
        <p:nvPicPr>
          <p:cNvPr id="81" name="Google Shape;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880" y="3901553"/>
            <a:ext cx="11976018" cy="5392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43676" y="3603290"/>
            <a:ext cx="10821591" cy="56478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8786130" y="12072208"/>
            <a:ext cx="67098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and IT Automation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Functions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848350" y="12044394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 and ETL Orchestration</a:t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12355045" y="944641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and transcode video using massive parallelization</a:t>
            </a:r>
            <a:endParaRPr/>
          </a:p>
        </p:txBody>
      </p:sp>
      <p:pic>
        <p:nvPicPr>
          <p:cNvPr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695" y="3053934"/>
            <a:ext cx="11678388" cy="6218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92511" y="3805616"/>
            <a:ext cx="10517068" cy="558242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/>
          <p:nvPr/>
        </p:nvSpPr>
        <p:spPr>
          <a:xfrm>
            <a:off x="430289" y="944641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data processing pipeline for streaming data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/>
        </p:nvSpPr>
        <p:spPr>
          <a:xfrm>
            <a:off x="1117434" y="2370385"/>
            <a:ext cx="13074816" cy="5742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https://www.youtube.com/watch?v=s0XFX3WHg0w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https://www.youtube.com/watch?v=YHqRwPkhwLs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https://www.youtube.com/watch?v=65MK5KqaVh4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Functions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15439905" y="9929335"/>
            <a:ext cx="767870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 flow as a JSON state machine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556231" y="2370385"/>
            <a:ext cx="9446052" cy="755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9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Workflow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1117433" y="2268394"/>
            <a:ext cx="18275467" cy="10266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Similar to Step Functions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Code runs on EC2 (not serverless)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 Functions is recommended to be used for new applications, except: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need external signals to intervene in the processes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need child processes that return values to parent processes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https://www.youtube.com/watch?v=Z_dvXy4AVEE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https://www.youtube.com/watch?v=7lFVAGR57Z8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Workflow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1484290" y="12019535"/>
            <a:ext cx="209201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https://www.techtarget.com/searchaws/tip/Step-Functions-outshines-SWF-for-most-AWS-workflows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cdn.ttgtmedia.com/rms/onlineimages/aws-step_functions_vs_simple_workflow_service.png" id="120" name="Google Shape;12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2764" y="1680369"/>
            <a:ext cx="12263172" cy="10301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