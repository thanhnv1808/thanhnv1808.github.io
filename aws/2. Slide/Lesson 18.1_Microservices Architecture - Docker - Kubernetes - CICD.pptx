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jq6JScbUHME9gAnpA5yo+nK73n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1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1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2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3" name="Google Shape;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3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23"/>
          <p:cNvSpPr txBox="1"/>
          <p:nvPr>
            <p:ph idx="12" type="sldNum"/>
          </p:nvPr>
        </p:nvSpPr>
        <p:spPr>
          <a:xfrm>
            <a:off x="8820083" y="13156977"/>
            <a:ext cx="6743833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</a:t>
            </a:r>
            <a:r>
              <a:rPr i="1" lang="en-US"/>
              <a:t>© </a:t>
            </a:r>
            <a:r>
              <a:rPr lang="en-US"/>
              <a:t>VTI Academy All Right Reserved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24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24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4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" name="Google Shape;20;p24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" name="Google Shape;21;p24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22" name="Google Shape;2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25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25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9" name="Google Shape;2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Relationship Id="rId4" Type="http://schemas.openxmlformats.org/officeDocument/2006/relationships/hyperlink" Target="https://microservices.io/patterns/microservices.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rive.google.com/open?id=16PmWbMfLdJsAGVrA9oxHkquKNvqxInBI" TargetMode="External"/><Relationship Id="rId4" Type="http://schemas.openxmlformats.org/officeDocument/2006/relationships/image" Target="../media/image7.png"/><Relationship Id="rId5" Type="http://schemas.openxmlformats.org/officeDocument/2006/relationships/hyperlink" Target="https://www.jhipster.tech/microservices-architecture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microservices.io/patterns/microservices.html" TargetMode="External"/><Relationship Id="rId4" Type="http://schemas.openxmlformats.org/officeDocument/2006/relationships/hyperlink" Target="https://www.springboottutorial.com/creating-microservices-with-spring-boot-part-1-getting-started" TargetMode="External"/><Relationship Id="rId5" Type="http://schemas.openxmlformats.org/officeDocument/2006/relationships/hyperlink" Target="https://www.edureka.co/blog/what-is-microservices/" TargetMode="External"/><Relationship Id="rId6" Type="http://schemas.openxmlformats.org/officeDocument/2006/relationships/hyperlink" Target="https://www.javatpoint.com/microservice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youtube.com/playlist?list=PLwJr0JSP7i8At14UIC-JR4r73G4hQ1CXO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youtube.com/playlist?list=PLwJr0JSP7i8D-QS50lYsXpAg-jYoqxMVy" TargetMode="External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5" name="Google Shape;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8200"/>
              <a:buFont typeface="Calibri"/>
              <a:buNone/>
            </a:pPr>
            <a:r>
              <a:rPr lang="en-US">
                <a:solidFill>
                  <a:srgbClr val="0079B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1845216" y="3116480"/>
            <a:ext cx="21746304" cy="9717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Monolith &amp; Microservices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Docker &amp; Kubernetes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CICD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1200149" y="571498"/>
            <a:ext cx="146875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Monolith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1117434" y="2268393"/>
            <a:ext cx="23495166" cy="1293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 modules (view, business, database, ...) are grouped into one large project 🡺 difficult to upgrade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16451" y="3487593"/>
            <a:ext cx="6686550" cy="630760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 txBox="1"/>
          <p:nvPr/>
        </p:nvSpPr>
        <p:spPr>
          <a:xfrm>
            <a:off x="1060284" y="3487593"/>
            <a:ext cx="15989466" cy="9275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Advantages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architecture, easy to code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Suitable for small application &amp; medium applications, less upgraded 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Disadvantages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Release every few months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size: large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Debugging is easy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 txBox="1"/>
          <p:nvPr/>
        </p:nvSpPr>
        <p:spPr>
          <a:xfrm>
            <a:off x="1200149" y="571498"/>
            <a:ext cx="146875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Monolith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1079334" y="2325543"/>
            <a:ext cx="15136468" cy="10285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Difficulty applying new technologies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you want to upgrade a certain module, you have to redeploy whole project 🡺 the user will have to wait for whole project to deploy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one module fails, it can bring down the entire system.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" name="Google Shape;6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16200" y="2325543"/>
            <a:ext cx="9254047" cy="9772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 txBox="1"/>
          <p:nvPr/>
        </p:nvSpPr>
        <p:spPr>
          <a:xfrm>
            <a:off x="1200149" y="571498"/>
            <a:ext cx="146875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Microservices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1117434" y="2268393"/>
            <a:ext cx="17459933" cy="2639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Split a project into small services (microservices)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Services communicate with each other via HTTP (REST) or Message Queue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7" name="Google Shape;6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6270" y="4381500"/>
            <a:ext cx="8062860" cy="8231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5758" y="5247460"/>
            <a:ext cx="6944266" cy="64991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 txBox="1"/>
          <p:nvPr/>
        </p:nvSpPr>
        <p:spPr>
          <a:xfrm>
            <a:off x="1200149" y="571498"/>
            <a:ext cx="146875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Microservices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6"/>
          <p:cNvSpPr txBox="1"/>
          <p:nvPr/>
        </p:nvSpPr>
        <p:spPr>
          <a:xfrm>
            <a:off x="1117434" y="2268393"/>
            <a:ext cx="10237331" cy="10133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Each 1 service can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a different database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Place on a different server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different programming languages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Advantages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Quick Release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size: from 2 to 5 people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Debugging is difficult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" name="Google Shape;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77383" y="2268393"/>
            <a:ext cx="9922716" cy="6894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 txBox="1"/>
          <p:nvPr/>
        </p:nvSpPr>
        <p:spPr>
          <a:xfrm>
            <a:off x="1200149" y="571498"/>
            <a:ext cx="146875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Microservices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7"/>
          <p:cNvSpPr txBox="1"/>
          <p:nvPr/>
        </p:nvSpPr>
        <p:spPr>
          <a:xfrm>
            <a:off x="1117434" y="2268393"/>
            <a:ext cx="22809366" cy="10133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to apply new technologies, new programming languages, database, ... For new services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you want to upgrade a certain module, you need to redeploy only that module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service fails, the rest of the project will still work normally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Disadvantages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Projects communicate over the network 🡺 the speed may not be as high as monolith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module has to deal with security issues, transactions, connection errors, log files management,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Monitoring and managing these services will be more complicated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/>
          <p:nvPr/>
        </p:nvSpPr>
        <p:spPr>
          <a:xfrm>
            <a:off x="1200149" y="571498"/>
            <a:ext cx="146875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Microservices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8"/>
          <p:cNvSpPr txBox="1"/>
          <p:nvPr/>
        </p:nvSpPr>
        <p:spPr>
          <a:xfrm>
            <a:off x="1117434" y="2268393"/>
            <a:ext cx="20828166" cy="9466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3424" y="2613291"/>
            <a:ext cx="14725650" cy="946555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8"/>
          <p:cNvSpPr/>
          <p:nvPr/>
        </p:nvSpPr>
        <p:spPr>
          <a:xfrm>
            <a:off x="7179635" y="12008718"/>
            <a:ext cx="945322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https://microservices.io/patterns/microservices.html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 txBox="1"/>
          <p:nvPr/>
        </p:nvSpPr>
        <p:spPr>
          <a:xfrm>
            <a:off x="1200149" y="571498"/>
            <a:ext cx="146875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Microservices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9"/>
          <p:cNvSpPr txBox="1"/>
          <p:nvPr/>
        </p:nvSpPr>
        <p:spPr>
          <a:xfrm>
            <a:off x="1117434" y="2268394"/>
            <a:ext cx="18446916" cy="266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https://drive.google.com/open?id=16PmWbMfLdJsAGVrA9oxHkquKNvqxInBI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8980" y="5359780"/>
            <a:ext cx="11349420" cy="680436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9"/>
          <p:cNvSpPr/>
          <p:nvPr/>
        </p:nvSpPr>
        <p:spPr>
          <a:xfrm>
            <a:off x="7185704" y="12008718"/>
            <a:ext cx="963597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https://www.jhipster.tech/microservices-architecture/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Monolith &amp; Microservices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0"/>
          <p:cNvSpPr txBox="1"/>
          <p:nvPr/>
        </p:nvSpPr>
        <p:spPr>
          <a:xfrm>
            <a:off x="1117434" y="2268393"/>
            <a:ext cx="22142616" cy="9599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https://microservices.io/patterns/microservices.html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https://www.springboottutorial.com/creating-microservices-with-spring-boot-part-1-getting-started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https://www.edureka.co/blog/what-is-microservices/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https://www.javatpoint.com/microservices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1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"/>
          <p:cNvSpPr txBox="1"/>
          <p:nvPr/>
        </p:nvSpPr>
        <p:spPr>
          <a:xfrm>
            <a:off x="1200149" y="571498"/>
            <a:ext cx="146875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2"/>
          <p:cNvSpPr txBox="1"/>
          <p:nvPr/>
        </p:nvSpPr>
        <p:spPr>
          <a:xfrm>
            <a:off x="1117434" y="2268393"/>
            <a:ext cx="22980816" cy="10514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Allows you to package your application (Code, Libraries, Dependencies, runtime, tools required, other Settings, ...) to container and run separately on any 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Apps run the same, regardless of where they’re run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machine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compatibility issues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Predictable behavior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Easier to maintain and deploy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with any language, any OS, any technology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6" name="Google Shape;11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58266" y="4133849"/>
            <a:ext cx="7654234" cy="6383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/>
          <p:nvPr/>
        </p:nvSpPr>
        <p:spPr>
          <a:xfrm>
            <a:off x="1200149" y="571498"/>
            <a:ext cx="146875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1117434" y="2268393"/>
            <a:ext cx="22447416" cy="7047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Infrastructure: hardware (laptop, server, virtual machine (VirtualBox, Hyper-V, VMware, QEMU, ..)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Host Operating System: OS (CPU, Ram, Disk, Network, ...)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Apps: Database (MySQL, SQL Server, ...), Web Server (Tomcat, Nginx, Caddy, ...), Caching (Redis/Memcached), Framework (Spring-Boot, Django, Rails, NodeJS, ...)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Docker: Engine, Image, Container, Docker Compose, Registry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3340017" y="12013912"/>
            <a:ext cx="181546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https://www.youtube.com/playlist?list=PLwJr0JSP7i8At14UIC-JR4r73G4hQ1CXO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 txBox="1"/>
          <p:nvPr/>
        </p:nvSpPr>
        <p:spPr>
          <a:xfrm>
            <a:off x="1200149" y="571498"/>
            <a:ext cx="146875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1117434" y="2268393"/>
            <a:ext cx="15665616" cy="9263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Compare Virtual Machine &amp; Docker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Virtual Machine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similar to many separate computers on the same hardware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VMs include Application, Libraries, the copy of OS, hardware,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Disadvantages: VM takes a lot of host resources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Advantages: Good security, easy to setup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18658667" y="8521769"/>
            <a:ext cx="372753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Virtual Machine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" name="Google Shape;13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0865" y="2268393"/>
            <a:ext cx="7083136" cy="625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/>
        </p:nvSpPr>
        <p:spPr>
          <a:xfrm>
            <a:off x="1200149" y="571498"/>
            <a:ext cx="146875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1117434" y="2268393"/>
            <a:ext cx="14236866" cy="9263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Shared components: Libraries, OS, hardware,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Shared components are read-only 🡺 Docker are lightweight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Advantages: reduce the size of snapshots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Disadvantages: difficult for newbies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52082" y="2268393"/>
            <a:ext cx="6942176" cy="578975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/>
          <p:nvPr/>
        </p:nvSpPr>
        <p:spPr>
          <a:xfrm>
            <a:off x="18659404" y="8058150"/>
            <a:ext cx="372753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0" name="Google Shape;14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66667" y="8232651"/>
            <a:ext cx="7568631" cy="390219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/>
          <p:nvPr/>
        </p:nvSpPr>
        <p:spPr>
          <a:xfrm>
            <a:off x="10087217" y="12096750"/>
            <a:ext cx="372753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Comparing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/>
        </p:nvSpPr>
        <p:spPr>
          <a:xfrm>
            <a:off x="1200149" y="571498"/>
            <a:ext cx="146875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1117434" y="2268393"/>
            <a:ext cx="2864016" cy="1351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Flow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8" name="Google Shape;14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5492" y="3343274"/>
            <a:ext cx="14976882" cy="724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/>
        </p:nvSpPr>
        <p:spPr>
          <a:xfrm>
            <a:off x="1200149" y="571498"/>
            <a:ext cx="146875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Kubernetes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1117434" y="2268394"/>
            <a:ext cx="23095116" cy="4932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Kubernetes (k8s) allow manage, deploy, scale container-based applications across multiple hosts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Similar to Docker-swarm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Features: Autoscaling, Load Balancing, HealthCheck, Autorestart,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Components: Cluster, Node, Pod, Service, ReplicaSet, StatfulSet, ConfigMap &amp; Secrets, ...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3149517" y="12013912"/>
            <a:ext cx="181546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https://www.youtube.com/playlist?list=PLwJr0JSP7i8D-QS50lYsXpAg-jYoqxMVy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3366" y="8200898"/>
            <a:ext cx="10280733" cy="4909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/>
        </p:nvSpPr>
        <p:spPr>
          <a:xfrm>
            <a:off x="1200149" y="571498"/>
            <a:ext cx="146875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CICD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1117434" y="2268393"/>
            <a:ext cx="22980816" cy="6818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Developers push the code to a code repository often (GitHub, CodeCommit, Bitbucket, …)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testing / build server checks the code as soon as it’s pushed (CodeBuild / Jenkins CI / etc…)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developer gets feedback about the tests and checks that have passed / failed 🡺 You should use CICD tools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39224" y="7572375"/>
            <a:ext cx="5798545" cy="4369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/>
        </p:nvSpPr>
        <p:spPr>
          <a:xfrm>
            <a:off x="1200149" y="571498"/>
            <a:ext cx="146875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CICD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1117434" y="2268393"/>
            <a:ext cx="22980816" cy="6818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CICD Flow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I/CD concepts | GitLab" id="170" name="Google Shape;1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2061" y="3200400"/>
            <a:ext cx="15473824" cy="857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