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X5r0uluzRT7HOybykOupzzFXl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3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0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41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41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1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41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41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4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42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42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ws.amazon.com/redshift/pricing" TargetMode="External"/><Relationship Id="rId4" Type="http://schemas.openxmlformats.org/officeDocument/2006/relationships/hyperlink" Target="https://docs.aws.amazon.com/redshift/latest/mgmt/welcome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aws.amazon.com/redshift/latest/gsg/new-user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pJF2kYGtO4A" TargetMode="External"/><Relationship Id="rId4" Type="http://schemas.openxmlformats.org/officeDocument/2006/relationships/hyperlink" Target="https://www.youtube.com/watch?v=vJXZwkch2WY" TargetMode="External"/><Relationship Id="rId5" Type="http://schemas.openxmlformats.org/officeDocument/2006/relationships/hyperlink" Target="https://www.youtube.com/watch?v=LoEqXc97b14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Relationship Id="rId4" Type="http://schemas.openxmlformats.org/officeDocument/2006/relationships/hyperlink" Target="https://www.youtube.com/watch?v=LoEqXc97b14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17291869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Redshift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Glue Service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Athena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QuickSight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Neptune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Elastic MapReduce Service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Lakehouse Architecture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 &amp;Quiz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4" y="2370386"/>
            <a:ext cx="15029532" cy="10145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Lake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extreme center data is used to store raw data that is not normalized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comes from many different sources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store raw data, original data (several TBs or more)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Warehourse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center data is used to store normalized data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must be ETL (Extract – Transform – Load) before saving in Data Warehourse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6966" y="2370387"/>
            <a:ext cx="8065584" cy="5255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46966" y="8409237"/>
            <a:ext cx="8237034" cy="362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117434" y="2370386"/>
            <a:ext cx="22676016" cy="4830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analysis, reporting data 🡺 run large query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data, AI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Tools: Cognos,  Jaspersoft, SQL Server Reporting Services, Oracle Hyperion, SAP NetWeaver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2042" y="7200900"/>
            <a:ext cx="11095858" cy="5001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1117434" y="2370386"/>
            <a:ext cx="11429523" cy="10145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OLTP (Online Transaction Processing)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in database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the whole process becomes a transaction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query structure is insert, update, delete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data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2280496" y="2370386"/>
            <a:ext cx="12095786" cy="10145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OLAP (Online Analytics Processing)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for Data Warehouse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query is an extremely select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takes up to a few hours, only running the query sometimes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data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Data analysis, reporting data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1117434" y="2370386"/>
            <a:ext cx="9169566" cy="944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AWS Data Lake Architecture</a:t>
            </a:r>
            <a:endParaRPr/>
          </a:p>
        </p:txBody>
      </p:sp>
      <p:pic>
        <p:nvPicPr>
          <p:cNvPr descr="https://d2908q01vomqb2.cloudfront.net/b6692ea5df920cad691c20319a6fffd7a4a766b8/2021/04/07/bdb809-build-a-lake-house-3_1.jpg"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1450" y="3314700"/>
            <a:ext cx="15469440" cy="9065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1117434" y="2370386"/>
            <a:ext cx="21856866" cy="8869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for Data Warehouse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Managed service, high performance, petabyte-scalable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10x better performance than other data warehouses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SQL interface for performing the queries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Regional service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https://aws.amazon.com/redshift/pricing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https://docs.aws.amazon.com/redshift/latest/mgmt/welcome.html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1449" y="2370386"/>
            <a:ext cx="12725401" cy="42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 txBox="1"/>
          <p:nvPr/>
        </p:nvSpPr>
        <p:spPr>
          <a:xfrm>
            <a:off x="1200151" y="6885236"/>
            <a:ext cx="23183849" cy="3344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 layer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data will be processed, validated, transform, ... using extract, transform, load pipelines (AWS Glue)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1200152" y="2370386"/>
            <a:ext cx="10401298" cy="40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ingestion layer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data come from different data sources (structured, semi-structured, unstructured data)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1200151" y="2370386"/>
            <a:ext cx="21107399" cy="787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consumption layer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data into Redshift cluster and handle workload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Spectrum: query directly data from outsource (S3, ...) without loading into Redshift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Federated Query: query RDS without loading into Redshift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(ML): Create model for ML from Redshift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sharing: Use to share data for other accounts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0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/>
        </p:nvSpPr>
        <p:spPr>
          <a:xfrm>
            <a:off x="1200151" y="2370386"/>
            <a:ext cx="11601449" cy="79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data in S3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Cluster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Table in Cluster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data from S3 Bucket to Redshift table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Data</a:t>
            </a:r>
            <a:endParaRPr/>
          </a:p>
        </p:txBody>
      </p:sp>
      <p:sp>
        <p:nvSpPr>
          <p:cNvPr id="107" name="Google Shape;107;p1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6819670" y="11994863"/>
            <a:ext cx="105160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https://docs.aws.amazon.com/redshift/latest/gsg/new-user.html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/>
        </p:nvSpPr>
        <p:spPr>
          <a:xfrm>
            <a:off x="1200151" y="2370386"/>
            <a:ext cx="5619749" cy="1134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data in S3</a:t>
            </a:r>
            <a:endParaRPr/>
          </a:p>
        </p:txBody>
      </p:sp>
      <p:sp>
        <p:nvSpPr>
          <p:cNvPr id="114" name="Google Shape;114;p1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4465886"/>
            <a:ext cx="14859000" cy="657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/>
        </p:nvSpPr>
        <p:spPr>
          <a:xfrm>
            <a:off x="1200151" y="2370386"/>
            <a:ext cx="4743449" cy="92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Cluster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4977" y="2846635"/>
            <a:ext cx="9515475" cy="236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131" y="5644838"/>
            <a:ext cx="23809169" cy="6923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3516" y="3876259"/>
            <a:ext cx="13736967" cy="596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/>
        </p:nvSpPr>
        <p:spPr>
          <a:xfrm>
            <a:off x="1200151" y="2370386"/>
            <a:ext cx="6915149" cy="1325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Table in Cluster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7462" y="3943680"/>
            <a:ext cx="8277226" cy="131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9724" y="5877420"/>
            <a:ext cx="10238579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1544301" y="2370386"/>
            <a:ext cx="10763249" cy="92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data from S3 Bucket to Redshift table</a:t>
            </a:r>
            <a:endParaRPr/>
          </a:p>
        </p:txBody>
      </p:sp>
      <p:pic>
        <p:nvPicPr>
          <p:cNvPr id="139" name="Google Shape;13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1600" y="3943680"/>
            <a:ext cx="10253663" cy="4358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6562" y="4376737"/>
            <a:ext cx="7310438" cy="52134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200151" y="2370386"/>
            <a:ext cx="6915149" cy="1325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data</a:t>
            </a:r>
            <a:endParaRPr/>
          </a:p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20550" y="4376737"/>
            <a:ext cx="10820400" cy="52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1200151" y="2370386"/>
            <a:ext cx="14439899" cy="496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Other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model in Machine Learning: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Federated Query to RDS: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Spectrum: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200151" y="2370386"/>
            <a:ext cx="7515832" cy="797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Application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3120" y="2370386"/>
            <a:ext cx="10742932" cy="7516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200151" y="2313236"/>
            <a:ext cx="23183849" cy="10450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Node: Including only 1 node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Multi-Node: Including 1 Leader Node &amp; multiple Compute Nodes</a:t>
            </a:r>
            <a:endParaRPr/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AWS RedShift service will be responsible for deployment, load balancing, data maintenance, ...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Settings: Nodes, Database, Network (VPC), Permission (IAM Role), Backup, Monitoring, Dashboard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95801" y="2313236"/>
            <a:ext cx="11756424" cy="3604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1200151" y="2313236"/>
            <a:ext cx="23183849" cy="10450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type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RA3: high performance, scalable storage, most expensive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DC2: high performance, fix volume for SSD storage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DS2: fix volume for HHD storage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must have the same type</a:t>
            </a:r>
            <a:endParaRPr/>
          </a:p>
        </p:txBody>
      </p:sp>
      <p:pic>
        <p:nvPicPr>
          <p:cNvPr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7363" y="2313236"/>
            <a:ext cx="8980149" cy="462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-552449" y="2313236"/>
            <a:ext cx="14439899" cy="9135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 Node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Receive, analyze &amp; plan query execution for Compute Nodes from Application requests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 Node will distribute queries to Compute Nodes containing the corresponding table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query the Compute Nodes in parallel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it will aggregate the result and return Application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saving data, automatically distribute data to Compute Nodes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 node will connect to Compute Node through Internal network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12908183" y="2465636"/>
            <a:ext cx="10553700" cy="6964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Node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the data, execute the query and send the results back to the Leader Node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128 Node, up to 128 TB of space per node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reserved node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node is divided into many Node slices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1200152" y="2313236"/>
            <a:ext cx="23583898" cy="997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VPC, subnet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VPC Routing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data going outside the cluster will go through the internet (Ex: Command COPY, UNLOAD to import/export data to S3, ...)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enabled, data going out of the cluster will be routed to an alternate VPC (VPC Endpoint) and using private IP address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Redshift connect to S3 (via VPC gateway endpoint), Redshift connect to RDS, EC2 Instances ssh to Redshift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Publicly accessible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User connect to database via the internet (cluster endpoint)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4" marL="1778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1200151" y="2313236"/>
            <a:ext cx="15640049" cy="5878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2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can contain many databases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stored in Compute node &amp; encrypted: (in transit, at rest)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support authenticate with Username &amp; Password (Not support IAM)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JDBC/ODBC/Console Editor and Cluster Endpoint &amp; port to connect to Database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0200" y="2313236"/>
            <a:ext cx="7188769" cy="413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4949" y="8335069"/>
            <a:ext cx="10223493" cy="41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37072" y="8335070"/>
            <a:ext cx="10306176" cy="3171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8555" y="2358998"/>
            <a:ext cx="9052484" cy="9471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2106" y="7334249"/>
            <a:ext cx="8111453" cy="444102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/>
          <p:nvPr/>
        </p:nvSpPr>
        <p:spPr>
          <a:xfrm>
            <a:off x="3730644" y="11884806"/>
            <a:ext cx="45143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VPC Routing</a:t>
            </a:r>
            <a:endParaRPr/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5754" y="1962150"/>
            <a:ext cx="8627166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/>
          <p:nvPr/>
        </p:nvSpPr>
        <p:spPr>
          <a:xfrm>
            <a:off x="3515842" y="6347906"/>
            <a:ext cx="494398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Loading data into Redshift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1200151" y="2313236"/>
            <a:ext cx="15563849" cy="1039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1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1200150" y="8142540"/>
            <a:ext cx="15563850" cy="3725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1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1200151" y="2313236"/>
            <a:ext cx="15487649" cy="5878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Run, save query and run query according to schedule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Query, Create table, View, Store procedure, Function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PostgreSQL 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share database resources to other AWS accounts via IAM Role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64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Dashboard &amp; chart to checking Cluster &amp; query 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008" y="7867649"/>
            <a:ext cx="9523992" cy="4631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1200151" y="2313236"/>
            <a:ext cx="12458699" cy="9554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create schedule to query, resize, pause, resume, reboot cluster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 limit usage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S3, incremental, point-in-time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Backup / Schedule backup / Manual backup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Monitoring: CloudWatch &amp; Alarm, Database auditing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healing</a:t>
            </a:r>
            <a:endParaRPr/>
          </a:p>
          <a:p>
            <a:pPr indent="-334962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8850" y="1741736"/>
            <a:ext cx="10477959" cy="47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82826" y="7062118"/>
            <a:ext cx="4373900" cy="49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/>
          <p:nvPr/>
        </p:nvSpPr>
        <p:spPr>
          <a:xfrm>
            <a:off x="16256350" y="12111035"/>
            <a:ext cx="562686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Restore cluster on new region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1200150" y="2370386"/>
            <a:ext cx="22898100" cy="105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Performance: Massively Parallel Processing, Data compression, Columnar data storage, Query optimizer, Result caching, Compiled code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Spectrum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1200150" y="2370386"/>
            <a:ext cx="11974324" cy="10564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Massively Parallel Processing (MPP)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query the Compute Nodes in parallel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compression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 data for faster query (no need to index)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querying, data will be compressed into memory (do not decompress to execute the query)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Columnar data storage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for table to reduce Disk I/O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data by column, not by row</a:t>
            </a:r>
            <a:endParaRPr/>
          </a:p>
        </p:txBody>
      </p:sp>
      <p:pic>
        <p:nvPicPr>
          <p:cNvPr id="249" name="Google Shape;2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5274" y="2370386"/>
            <a:ext cx="10783476" cy="2982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05274" y="6219397"/>
            <a:ext cx="10759646" cy="286745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/>
          <p:nvPr/>
        </p:nvSpPr>
        <p:spPr>
          <a:xfrm>
            <a:off x="17720357" y="5346413"/>
            <a:ext cx="232948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by Row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17413382" y="9094286"/>
            <a:ext cx="29434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by Column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/>
        </p:nvSpPr>
        <p:spPr>
          <a:xfrm>
            <a:off x="1200149" y="571498"/>
            <a:ext cx="11601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1200150" y="2370386"/>
            <a:ext cx="14516100" cy="915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optimizer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caching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Compiled code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Spectrum: </a:t>
            </a: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data that is already in S3 without loading it (no need copy data to Redshift)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other hand, you can copy data from S3, DynamoDB, Remote host (via SSH), DMS, ... to Redshift</a:t>
            </a:r>
            <a:endParaRPr/>
          </a:p>
        </p:txBody>
      </p:sp>
      <p:pic>
        <p:nvPicPr>
          <p:cNvPr id="259" name="Google Shape;2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30600" y="2370386"/>
            <a:ext cx="7758113" cy="689759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/>
          <p:nvPr/>
        </p:nvSpPr>
        <p:spPr>
          <a:xfrm>
            <a:off x="19664120" y="9258610"/>
            <a:ext cx="264367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Spectrum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1200151" y="2370386"/>
            <a:ext cx="23050499" cy="10164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Lake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extreme center data is used to store raw data from many different sources that is not normalized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store raw data, original data (several TBs or more)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Warehourse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center data is used to store normalized data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must be ETL (Extract – Transform – Load) before saving in Data Warehourse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Data analysis, reporting data, Big data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1200151" y="2370386"/>
            <a:ext cx="24041099" cy="10716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OLTP (Online Transaction Processing): Use in database, Dynamic data, Statement (insert, update, delete)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OLAP (Online Analytics Processing): Use in Data Warehouse, Static data, Statement (extremely select)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 is service for Data Warehouse, high performance, petabyte-scalable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PostgreSQL, but it’s not used for OLTP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Nodes: NodeType (RA3/DC2/DS2), Leader Node/Compute Node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Network: Enhanced VPC Routing, Publicly accessible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5"/>
          <p:cNvSpPr txBox="1"/>
          <p:nvPr/>
        </p:nvSpPr>
        <p:spPr>
          <a:xfrm>
            <a:off x="1200151" y="2370386"/>
            <a:ext cx="13025135" cy="8810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via JDBC/ODBC/Console Editor, endpoint &amp; port,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PostgreSQL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Query, Create table, View, Store procedure, Function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Backup: S3, incremental, point-in-time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Monitoring, auto healing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&amp; chart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1200151" y="2389436"/>
            <a:ext cx="22421849" cy="8811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Performance: Massively Parallel Processing, Data compression, Columnar data storage, Query optimizer, Result caching, Compiled code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Spectrum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database resources to other AWS accounts via IAM Role	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97" name="Google Shape;297;p37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