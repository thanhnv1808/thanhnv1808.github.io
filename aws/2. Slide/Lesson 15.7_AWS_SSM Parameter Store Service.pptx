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l8JQ37Ipx0QPlSMAOa/j2JeC1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4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systems-manager/latest/userguide/systems-manager-parameter-store.html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www.youtube.com/watch?v=zxi3M_rIE2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kfrb5_6Pe_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kfrb5_6Pe_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192192"/>
            <a:ext cx="16713366" cy="930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Hierarchical storage to store environment variable and secret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component in AWS Systems Manager (SSM)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serverless, scalable, durable storage for configuration &amp; secret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&amp; manage environment variables </a:t>
            </a:r>
            <a:endParaRPr/>
          </a:p>
          <a:p>
            <a:pPr indent="0" lvl="1" marL="444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Times New Roman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Ex: username &amp; password, database string, license code, ...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for serverless application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466849" y="12089898"/>
            <a:ext cx="212006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https://docs.aws.amazon.com/systems-manager/latest/userguide/systems-manager-parameter-store.html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73010" y="2192192"/>
            <a:ext cx="5096586" cy="620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117433" y="2370385"/>
            <a:ext cx="16641177" cy="566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https://www.youtube.com/watch?v=zxi3M_rIE2k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1117434" y="2370385"/>
            <a:ext cx="5367588" cy="8289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Type-Value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policy 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/>
        </p:nvSpPr>
        <p:spPr>
          <a:xfrm>
            <a:off x="1117434" y="2370384"/>
            <a:ext cx="11059134" cy="9528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Organized by in hierarchies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Type-value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3 types: String, StringList, SecureString (String is encrypted with KMS)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Value: text, encrypted text</a:t>
            </a:r>
            <a:endParaRPr/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9904" y="2370384"/>
            <a:ext cx="10058400" cy="37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83679" y="6364705"/>
            <a:ext cx="9304933" cy="6129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/>
        </p:nvSpPr>
        <p:spPr>
          <a:xfrm>
            <a:off x="1117433" y="2370384"/>
            <a:ext cx="5367588" cy="4692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(free)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Intelligent-Tiering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68367" y="2370383"/>
            <a:ext cx="9524657" cy="451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9350" y="7676147"/>
            <a:ext cx="10388904" cy="4728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/>
        </p:nvSpPr>
        <p:spPr>
          <a:xfrm>
            <a:off x="1117433" y="2370383"/>
            <a:ext cx="12803104" cy="2658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policy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TTL (Time to live) for parameters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6205" y="5475198"/>
            <a:ext cx="16110223" cy="2910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/>
          <p:nvPr/>
        </p:nvSpPr>
        <p:spPr>
          <a:xfrm>
            <a:off x="1117433" y="2370385"/>
            <a:ext cx="16641177" cy="9757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Notification when parameters changing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 and control access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versioning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A-Z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AWS Services: EC2, ECS, Lambda, Secrets Manager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SSM Parameter Store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