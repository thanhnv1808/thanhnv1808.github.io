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0PfUawFt2O2OuQ2nkhWA7RgP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cloudtrail/pricing" TargetMode="External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hyperlink" Target="https://www.youtube.com/watch?v=Nky1DUj9s1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5" Type="http://schemas.openxmlformats.org/officeDocument/2006/relationships/hyperlink" Target="https://www.youtube.com/watch?v=6b_ENVFgCpA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200151" y="2370386"/>
            <a:ext cx="22932595" cy="6625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governance, compliance, audit for your AWS Account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Get an history of API calls made within your AWS Account by: Console, SDK, CLI, AWS Services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Put logs from CloudTrail into CloudWatch Logs or S3</a:t>
            </a:r>
            <a:endParaRPr/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320" y="6255264"/>
            <a:ext cx="14265195" cy="5830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200151" y="2370386"/>
            <a:ext cx="22932595" cy="6625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Default: Enable for All Regions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analysis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issue troubleshooting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https://aws.amazon.com/cloudtrail/pricing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524250" y="11810104"/>
            <a:ext cx="16973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https://docs.aws.amazon.com/awscloudtrail/latest/userguide/cloudtrail-user-guide.html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94370" y="2370386"/>
            <a:ext cx="12638376" cy="541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200151" y="2370386"/>
            <a:ext cx="8172449" cy="9242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History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Trail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200151" y="2370387"/>
            <a:ext cx="4804409" cy="133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History</a:t>
            </a:r>
            <a:endParaRPr/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" y="4154461"/>
            <a:ext cx="12682336" cy="57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3280795" y="9999405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event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5808075" y="6837106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event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28820" y="1495082"/>
            <a:ext cx="11100294" cy="531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4350" y="7421881"/>
            <a:ext cx="10194314" cy="472344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15823315" y="12114848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 record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200151" y="2370387"/>
            <a:ext cx="4804409" cy="133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Trail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8883683" y="12068176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Log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" y="3703321"/>
            <a:ext cx="10904220" cy="185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880" y="5839069"/>
            <a:ext cx="5693356" cy="6489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3762" y="6774181"/>
            <a:ext cx="7526708" cy="526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15995" y="1583056"/>
            <a:ext cx="7282466" cy="104851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17313795" y="12127232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162843" y="9465412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 Information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4428476" y="6042874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7732" y="2766480"/>
            <a:ext cx="13488352" cy="3219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5781" y="7067300"/>
            <a:ext cx="13967459" cy="239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764" y="2766480"/>
            <a:ext cx="9072986" cy="66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14246077" y="9466784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Log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1200151" y="2370387"/>
            <a:ext cx="4804409" cy="133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639883" y="9599488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KeyPair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" y="4612633"/>
            <a:ext cx="10773896" cy="278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" y="7705466"/>
            <a:ext cx="10800434" cy="189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03292" y="3599363"/>
            <a:ext cx="12859702" cy="326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15122843" y="6816845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09984" y="7808411"/>
            <a:ext cx="12653010" cy="358037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8"/>
          <p:cNvSpPr/>
          <p:nvPr/>
        </p:nvSpPr>
        <p:spPr>
          <a:xfrm>
            <a:off x="15122843" y="11388782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9343990" y="11903195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Log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3274" y="1963480"/>
            <a:ext cx="11628296" cy="5556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4470" y="8074145"/>
            <a:ext cx="2045970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1200151" y="2370387"/>
            <a:ext cx="4804409" cy="133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/>
          </a:p>
        </p:txBody>
      </p:sp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880" y="4428104"/>
            <a:ext cx="19178587" cy="6392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1200151" y="2370386"/>
            <a:ext cx="8218169" cy="8693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Trail, Event history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file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200151" y="2370386"/>
            <a:ext cx="13674089" cy="8693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Trail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all account in my organization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Multi-region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trail of AWS: Event History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view, search, download, archive, analyze, respond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7372363" y="9069318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 Information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17644" y="2370386"/>
            <a:ext cx="9072986" cy="6698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200151" y="2370386"/>
            <a:ext cx="9955529" cy="8693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history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trail of AWS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enable for all regions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Expired time: 90 days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4280" y="2370386"/>
            <a:ext cx="12682336" cy="57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15899515" y="8163551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event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1200151" y="2370386"/>
            <a:ext cx="11891009" cy="8693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records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types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event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event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event</a:t>
            </a:r>
            <a:endParaRPr/>
          </a:p>
        </p:txBody>
      </p:sp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0787" y="9944100"/>
            <a:ext cx="9951461" cy="270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27195" y="2370386"/>
            <a:ext cx="7024527" cy="8608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/>
          <p:nvPr/>
        </p:nvSpPr>
        <p:spPr>
          <a:xfrm>
            <a:off x="18096027" y="11080633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information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200151" y="2370386"/>
            <a:ext cx="13658849" cy="10385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event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that are performed on resources in your AWS account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IAM AttachRolePolicy, AWS CloudTrail CreateTrail, …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/ write API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Enable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Events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that are performed on data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S3 GetObject, DeleteObject, PutObject, …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disable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37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19211" y="2370386"/>
            <a:ext cx="9840698" cy="429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20665" y="6934200"/>
            <a:ext cx="7713395" cy="4999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200151" y="2370386"/>
            <a:ext cx="13658849" cy="10385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event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unusual activity in your account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Inaccurate resource provisioning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Hitting service limits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Bursts of AWS IAM actions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Gaps in periodic maintenance activity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call rate / API error rate</a:t>
            </a:r>
            <a:endParaRPr/>
          </a:p>
          <a:p>
            <a:pPr indent="0" lvl="5" marL="2222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22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37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1360" y="2370386"/>
            <a:ext cx="13124800" cy="2359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63855" y="5690268"/>
            <a:ext cx="10328259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6368756" y="11890266"/>
            <a:ext cx="115839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https://www.youtube.com/watch?v=Nky1DUj9s1M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200151" y="2370386"/>
            <a:ext cx="18337529" cy="261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file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Stored for 90 days in CloudTrail 🡺 Stored in S3 with SSE-KMS encryption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3832" y="4794368"/>
            <a:ext cx="12653010" cy="301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3832" y="8393186"/>
            <a:ext cx="12653010" cy="358037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9206691" y="11973557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200151" y="2370386"/>
            <a:ext cx="15502889" cy="261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CloudWatch Log &amp; Event to visualize, explore, filter, …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2912" y="5188558"/>
            <a:ext cx="16550640" cy="279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9165447" y="9454588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Log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22" y="4117301"/>
            <a:ext cx="7526708" cy="526446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5248767" y="11969188"/>
            <a:ext cx="133745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more: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https://www.youtube.com/watch?v=6b_ENVFgCpA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200151" y="2370386"/>
            <a:ext cx="4042409" cy="11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880" y="4763384"/>
            <a:ext cx="19178587" cy="6392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