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11" roundtripDataSignature="AMtx7mgaywjVjZVBdz7iMlnjy7OauN1i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Google Shape;55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oogle Shape;13;p8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" name="Google Shape;14;p8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8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Google Shape;16;p8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" name="Google Shape;17;p8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18" name="Google Shape;18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9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" name="Google Shape;23;p9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9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5" name="Google Shape;25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1" name="Google Shape;3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t/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/>
        </p:nvSpPr>
        <p:spPr>
          <a:xfrm>
            <a:off x="1200149" y="571498"/>
            <a:ext cx="1086196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 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1117434" y="2370386"/>
            <a:ext cx="23266566" cy="10304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Questions to choose the right database based on your architecture: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Read-heavy, write-heavy, or balanced workload? Throughput needs? Will it change, does it need to scale or fluctuate during the day?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much data to store and for how long? Will it grow? Average object size? How are they accessed?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durability? Source of truth for the data ?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Latency requirements? Concurrent users?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model? How will you query the data? Joins? Structured? Semi-Structured?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schema? More flexibility? Reporting? Search? SQL/ NoSQL?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License costs? Switch to Cloud Native DB such as Aurora?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"/>
          <p:cNvSpPr txBox="1"/>
          <p:nvPr/>
        </p:nvSpPr>
        <p:spPr>
          <a:xfrm>
            <a:off x="1200149" y="571498"/>
            <a:ext cx="1086196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 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" name="Google Shape;46;p3"/>
          <p:cNvSpPr txBox="1"/>
          <p:nvPr/>
        </p:nvSpPr>
        <p:spPr>
          <a:xfrm>
            <a:off x="1117434" y="2370386"/>
            <a:ext cx="18048871" cy="10304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Storage types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Instance storage, EBS, EFS: EC2 storage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FSx: windows / lustre (high performance)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Store: S3 / Glacier (for backups / archives)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RDS (SQL / OLTP): RDS, Aurora (MySQL, PostgreSQL)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NoSQL database: DynamoDB (JSON)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Warehouse (SQL Analytics / OLAP): Redshift, other tools (Glue, EMR, ...)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database: Neptune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"/>
          <p:cNvSpPr txBox="1"/>
          <p:nvPr/>
        </p:nvSpPr>
        <p:spPr>
          <a:xfrm>
            <a:off x="1200149" y="571498"/>
            <a:ext cx="1086196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 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1117434" y="2370386"/>
            <a:ext cx="22464461" cy="9280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Processing data: Glue, EMR, Kinesis Data, Spark Streaming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Query data: Redshift Spectrum, Athena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Visualization data: QuickSight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Caching: ElastiCache, DynamoDB, S3 Global accelerator, CloudFront (Next lesson)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Search: ElasticSearch (JSON)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Migration: Data / Server Migration, FSx, Storage Gateway, DataSync, Transfer Family, Snow Family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