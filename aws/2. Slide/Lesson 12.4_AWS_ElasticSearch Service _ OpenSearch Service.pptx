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WWnB5I05HK6eEy95aTx7Rc81S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15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15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5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15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15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6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6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hyperlink" Target="https://drive.google.com/open?id=19zIEqJXPRGnka8512xJ_voiJS6Hi7UJi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ws.amazon.com/opensearch-service/pricing" TargetMode="External"/><Relationship Id="rId4" Type="http://schemas.openxmlformats.org/officeDocument/2006/relationships/hyperlink" Target="https://docs.aws.amazon.com/opensearch-service/latest/developerguide/what-is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KXrupsR9aHo" TargetMode="External"/><Relationship Id="rId4" Type="http://schemas.openxmlformats.org/officeDocument/2006/relationships/hyperlink" Target="https://www.youtube.com/watch?v=mWRo_JVgP_0" TargetMode="External"/><Relationship Id="rId5" Type="http://schemas.openxmlformats.org/officeDocument/2006/relationships/hyperlink" Target="https://www.youtube.com/watch?v=mWRo_JVgP_0" TargetMode="External"/><Relationship Id="rId6" Type="http://schemas.openxmlformats.org/officeDocument/2006/relationships/hyperlink" Target="https://www.youtube.com/watch?v=BET2gaoz8Vo" TargetMode="External"/><Relationship Id="rId7" Type="http://schemas.openxmlformats.org/officeDocument/2006/relationships/hyperlink" Target="https://www.youtube.com/watch?v=62E3hAx_G9c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XqQJmV2yok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ElasticSearch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200151" y="2370386"/>
            <a:ext cx="21145499" cy="3582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distributed search and analytics engine built on Apache Lucene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can search any field (in DynamoDB, you can only find by primary key / indexes)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Inverted index for full-text search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3157" y="5952732"/>
            <a:ext cx="10069983" cy="602307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9746417" y="11975811"/>
            <a:ext cx="42434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Full-text search Tutorial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ElasticSearch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200151" y="2370386"/>
            <a:ext cx="23183849" cy="2047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Designed for search purposes 🡺 poor performance for CRUD task and not support database transaction 🡺 rarely use ElasticSearch as the main database, but often combine it with another database (MySQL, DynamoDB, ...)</a:t>
            </a:r>
            <a:endParaRPr/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19490" y="6281069"/>
            <a:ext cx="11029766" cy="3015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365" y="4298769"/>
            <a:ext cx="10122135" cy="779601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3152833" y="12056686"/>
            <a:ext cx="452720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+ ElasticSearch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4906091" y="9288781"/>
            <a:ext cx="52565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DynamoDB + ElasticSearch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ElasticSearch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200151" y="2370386"/>
            <a:ext cx="22917149" cy="9591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Integrates with Kinesis Data Firehose, AWS IoT, CloudWatch Logs for data ingestion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Visualize data via Kibana / Ingest log via Logstash / Accessing via HTTP Rest API &amp; JSON format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1468204" y="11995725"/>
            <a:ext cx="146065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Kibana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" name="Google Shape;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765" y="4933850"/>
            <a:ext cx="12241475" cy="6553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roducing Kibana Lens: An easy, intuitive way to explore data | Elastic  Blog" id="61" name="Google Shape;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28860" y="4636071"/>
            <a:ext cx="10788390" cy="7397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ElasticSearch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1200151" y="2370386"/>
            <a:ext cx="22917149" cy="9591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Open source, Near real-time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Horizontal scalability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analytics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Full-text search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https://aws.amazon.com/opensearch-service/pricing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309937" y="11961440"/>
            <a:ext cx="17840325" cy="580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https://docs.aws.amazon.com/opensearch-service/latest/developerguide/what-is.html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/>
        </p:nvSpPr>
        <p:spPr>
          <a:xfrm>
            <a:off x="1200151" y="2370386"/>
            <a:ext cx="18821399" cy="7840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ElasticSearch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▪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API: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https://www.youtube.com/watch?v=KXrupsR9aHo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▪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Kibana: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https://www.youtube.com/watch?v=mWRo_JVgP_0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DynamoDB + ElasticSearch: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https://www.youtube.com/watch?v=BET2gaoz8Vo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+ ElasticSearch: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https://www.youtube.com/watch?v=62E3hAx_G9c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ElasticSearch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/>
        </p:nvSpPr>
        <p:spPr>
          <a:xfrm>
            <a:off x="1200150" y="571498"/>
            <a:ext cx="759661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OpenSearch Service</a:t>
            </a:r>
            <a:endParaRPr/>
          </a:p>
        </p:txBody>
      </p:sp>
      <p:sp>
        <p:nvSpPr>
          <p:cNvPr id="86" name="Google Shape;86;p8"/>
          <p:cNvSpPr txBox="1"/>
          <p:nvPr/>
        </p:nvSpPr>
        <p:spPr>
          <a:xfrm>
            <a:off x="1200151" y="2370385"/>
            <a:ext cx="16059149" cy="101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new version of ElasticSearch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What’s changed?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version (CreateElasticsearchDomain changed to CreateDomain)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Renamed Instance types, CloudWatch metrics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policy changes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resource types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Kibana renamed to OpenSearch Dashboards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Renamed Billing and Cost Management console changes</a:t>
            </a:r>
            <a:endParaRPr/>
          </a:p>
        </p:txBody>
      </p:sp>
      <p:pic>
        <p:nvPicPr>
          <p:cNvPr id="87" name="Google Shape;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3618" y="2370385"/>
            <a:ext cx="8234692" cy="1553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OpenSearch Service</a:t>
            </a:r>
            <a:endParaRPr/>
          </a:p>
        </p:txBody>
      </p:sp>
      <p:sp>
        <p:nvSpPr>
          <p:cNvPr id="93" name="Google Shape;93;p9"/>
          <p:cNvSpPr txBox="1"/>
          <p:nvPr/>
        </p:nvSpPr>
        <p:spPr>
          <a:xfrm>
            <a:off x="1200151" y="2370385"/>
            <a:ext cx="12477749" cy="2449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https://www.youtube.com/watch?v=XqQJmV2yoks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0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/>
        </p:nvSpPr>
        <p:spPr>
          <a:xfrm>
            <a:off x="1200149" y="571498"/>
            <a:ext cx="90275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1"/>
          <p:cNvSpPr txBox="1"/>
          <p:nvPr/>
        </p:nvSpPr>
        <p:spPr>
          <a:xfrm>
            <a:off x="1200151" y="2370386"/>
            <a:ext cx="23183849" cy="101335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0" marL="611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OpenSearch (ElasticSearch) is a distributed search and analytics engine built on Apache Lucene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can search any field, using Inverted index for full-text search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Rarely use ElasticSearch as the main database, but often combine it with another database (MySQL, DynamoDB, ...)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Visualize data, ingest log, accessing via HTTP Rest API &amp; JSON format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Open source, Near real-time, Horizontal scalability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Log analytics, Full-text search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OpenSearch is a new version of ElasticSearch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