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2frn3EHMfxZQZoxJp6HAaAfIA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0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21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21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1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21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21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22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aws.amazon.com/vm-import/latest/userguide/what-is-vmimport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kfrb5_6Pe_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aws.amazon.com/migrationhub/latest/ug/whatishub.html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hyperlink" Target="https://docs.aws.amazon.com/application-discovery/latest/userguide/what-is-appdiscovery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aws.amazon.com/server-migration-service/latest/userguide/server-migration.html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aws.amazon.com/mgn/latest/ug/what-is-application-migration-service.html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T4AqU1lXI0s" TargetMode="External"/><Relationship Id="rId5" Type="http://schemas.openxmlformats.org/officeDocument/2006/relationships/hyperlink" Target="https://www.youtube.com/watch?v=aq6ohCf6PBo" TargetMode="External"/><Relationship Id="rId6" Type="http://schemas.openxmlformats.org/officeDocument/2006/relationships/hyperlink" Target="https://www.youtube.com/watch?v=_SpRpC2Ez9c" TargetMode="External"/><Relationship Id="rId7" Type="http://schemas.openxmlformats.org/officeDocument/2006/relationships/hyperlink" Target="https://www.youtube.com/watch?v=-s_6wyqIBy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7" y="3116480"/>
            <a:ext cx="8285372" cy="3500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VM Import/Export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Migration Hub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VM Import/Export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4" y="2192193"/>
            <a:ext cx="12345903" cy="1016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service that allows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VM on on-premises to EC2 (Similar to AMI)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Export from EC2 to run on on-premises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disk in on-premises as an EBS Snapshot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Old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https://docs.aws.amazon.com/vm-import/latest/userguide/what-is-vmimport.html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VM Import/Export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117434" y="2192193"/>
            <a:ext cx="12345903" cy="1016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Migrate existing application to EC2 </a:t>
            </a:r>
            <a:endParaRPr/>
          </a:p>
          <a:p>
            <a:pPr indent="0" lvl="2" marL="889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915"/>
              <a:buFont typeface="Times New Roman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No need to configure or reinstall any software, …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 to Cloud to avoid disaster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9516" y="2192193"/>
            <a:ext cx="12652466" cy="630740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15467794" y="8612090"/>
            <a:ext cx="39821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import &amp; export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/>
        </p:nvSpPr>
        <p:spPr>
          <a:xfrm>
            <a:off x="1117434" y="2370386"/>
            <a:ext cx="22237866" cy="7726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https://www.youtube.com/watch?v=kfrb5_6Pe_Y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VM Import/Export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Hub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1117434" y="2481753"/>
            <a:ext cx="23266566" cy="4025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Providing a single place to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Discovery of server information running on on-premises 🡺 suggest EC2 recommendation configuration suitable for running on-premises server when migrating to AWS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server, database running on-premises to AWS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https://docs.aws.amazon.com/migrationhub/latest/ug/whatishub.html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" name="Google Shape;8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5853" y="6786040"/>
            <a:ext cx="14858997" cy="3537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/>
        </p:nvSpPr>
        <p:spPr>
          <a:xfrm>
            <a:off x="1117434" y="2370386"/>
            <a:ext cx="13212178" cy="8347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Flow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Discovery of server information running on on-premises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Download &amp; deploy discovery tool (discovery connector/Agent) on on-premises server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Use Application Discovery Service to collect information in the server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Migration Hub will read data from Application Discovery Service and display it on console for User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Hub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29612" y="3928488"/>
            <a:ext cx="9914440" cy="3546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/>
        </p:nvSpPr>
        <p:spPr>
          <a:xfrm>
            <a:off x="1117434" y="2370385"/>
            <a:ext cx="18267846" cy="9655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Application Discovery Service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Agentless Discovery Connector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installable on Vmware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only information about VMware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Discovery Agent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Installable on Vmware or physical servers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technical specifications, system performance, network dependencies, process information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Hub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66071" y="2370385"/>
            <a:ext cx="12115876" cy="497529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/>
          <p:nvPr/>
        </p:nvSpPr>
        <p:spPr>
          <a:xfrm>
            <a:off x="3236403" y="12005878"/>
            <a:ext cx="17308659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https://docs.aws.amazon.com/application-discovery/latest/userguide/what-is-appdiscovery.html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Hub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" y="2586306"/>
            <a:ext cx="11031507" cy="5144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20349" y="2586306"/>
            <a:ext cx="10058400" cy="425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"/>
          <p:cNvSpPr/>
          <p:nvPr/>
        </p:nvSpPr>
        <p:spPr>
          <a:xfrm>
            <a:off x="9977719" y="7579409"/>
            <a:ext cx="35317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information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8258497" y="11904938"/>
            <a:ext cx="69701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group servers into an application</a:t>
            </a:r>
            <a:endParaRPr/>
          </a:p>
        </p:txBody>
      </p:sp>
      <p:pic>
        <p:nvPicPr>
          <p:cNvPr id="105" name="Google Shape;10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1232" y="8453600"/>
            <a:ext cx="10804705" cy="34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/>
        </p:nvSpPr>
        <p:spPr>
          <a:xfrm>
            <a:off x="1117434" y="2370385"/>
            <a:ext cx="18036840" cy="221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Collector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collected data on S3 🡺 use Athena, QuickSight to analyze information on the server</a:t>
            </a:r>
            <a:endParaRPr/>
          </a:p>
        </p:txBody>
      </p:sp>
      <p:sp>
        <p:nvSpPr>
          <p:cNvPr id="111" name="Google Shape;111;p11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Hub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0770" y="5695200"/>
            <a:ext cx="10094431" cy="4295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77549" y="5695200"/>
            <a:ext cx="8119831" cy="4295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/>
        </p:nvSpPr>
        <p:spPr>
          <a:xfrm>
            <a:off x="1117433" y="2370385"/>
            <a:ext cx="23119953" cy="3833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EC2 Instance Recommendations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will rely on the data &amp; configuration of the server to suggest EC2 configuration suitable for the server when migrating to EC2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will export the suitable configuration to an excel file</a:t>
            </a:r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Hub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9832" y="6585995"/>
            <a:ext cx="16033953" cy="5197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/>
        </p:nvSpPr>
        <p:spPr>
          <a:xfrm>
            <a:off x="1117435" y="2370386"/>
            <a:ext cx="18362758" cy="3567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server, database running on-premises to AWS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Server: Server Migration Service (SMS), Application Migration Service (MGN)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Database Migration Service (DMS)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Hub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3080" y="6169307"/>
            <a:ext cx="9507722" cy="545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/>
        </p:nvSpPr>
        <p:spPr>
          <a:xfrm>
            <a:off x="1117435" y="2370385"/>
            <a:ext cx="13837056" cy="6368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Migration Service (SMS)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migrate servers in on-premises or other cloud to AWS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VMware, Microsoft Hyper-V, Azure virtual machines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 of VM import/export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0" lang="en-US" sz="3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Hub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WS_SMS_1" id="134" name="Google Shape;13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103" y="8368497"/>
            <a:ext cx="11488555" cy="31867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Server Migration Service | AWS Compute Blog" id="135" name="Google Shape;13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53944" y="6221264"/>
            <a:ext cx="8562975" cy="5334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/>
          <p:nvPr/>
        </p:nvSpPr>
        <p:spPr>
          <a:xfrm>
            <a:off x="5729497" y="11555265"/>
            <a:ext cx="205376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SMS Flow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16208172" y="11560925"/>
            <a:ext cx="24545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SMS + DMS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/>
        </p:nvSpPr>
        <p:spPr>
          <a:xfrm>
            <a:off x="1117435" y="2370385"/>
            <a:ext cx="18571102" cy="5697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Migration Service (MGN)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migrate servers, VPC, … in on-premises or other cloud to AWS (Similar to SMS)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physical server, VMware, Microsoft Hyper-V, VPC, …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 of Server Migration Service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0" lang="en-US" sz="3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Hub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5579" y="7980744"/>
            <a:ext cx="7287793" cy="420155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/>
          <p:nvPr/>
        </p:nvSpPr>
        <p:spPr>
          <a:xfrm>
            <a:off x="10369324" y="12178240"/>
            <a:ext cx="25218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MGN + DMS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93980" y="7980744"/>
            <a:ext cx="7636621" cy="4197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/>
        </p:nvSpPr>
        <p:spPr>
          <a:xfrm>
            <a:off x="1117434" y="2370386"/>
            <a:ext cx="22237866" cy="7726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Hub: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https://www.youtube.com/watch?v=T4AqU1lXI0s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Discovery Service: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https://www.youtube.com/watch?v=aq6ohCf6PBo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Migration Service: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https://www.youtube.com/watch?v=_SpRpC2Ez9c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Migration Service: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https://www.youtube.com/watch?v=-s_6wyqIBys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Hub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