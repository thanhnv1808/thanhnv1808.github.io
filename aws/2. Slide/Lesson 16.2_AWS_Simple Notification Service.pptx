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hNfcNgjyymZ+CMNyIt3d4Nkvkx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30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30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0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30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30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1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31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31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31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aws.amazon.com/sns/latest/dg/welcome.html" TargetMode="External"/><Relationship Id="rId4" Type="http://schemas.openxmlformats.org/officeDocument/2006/relationships/image" Target="../media/image17.png"/><Relationship Id="rId5" Type="http://schemas.openxmlformats.org/officeDocument/2006/relationships/hyperlink" Target="https://aws.amazon.com/sns/pric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kfrb5_6Pe_Y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36.png"/><Relationship Id="rId5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youtube.com/watch?v=kfrb5_6Pe_Y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4.png"/><Relationship Id="rId4" Type="http://schemas.openxmlformats.org/officeDocument/2006/relationships/hyperlink" Target="https://docs.aws.amazon.com/sns/latest/dg/example-filter-policies.html" TargetMode="External"/><Relationship Id="rId5" Type="http://schemas.openxmlformats.org/officeDocument/2006/relationships/image" Target="../media/image39.png"/><Relationship Id="rId6" Type="http://schemas.openxmlformats.org/officeDocument/2006/relationships/image" Target="../media/image45.png"/><Relationship Id="rId7" Type="http://schemas.openxmlformats.org/officeDocument/2006/relationships/hyperlink" Target="https://www.youtube.com/watch?v=huDnhvHwZx0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Relationship Id="rId5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872789" y="12006846"/>
            <a:ext cx="141431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https://docs.aws.amazon.com/sns/latest/dg/welcome.html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79154" y="2268392"/>
            <a:ext cx="9238873" cy="982150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1117434" y="2268393"/>
            <a:ext cx="13493916" cy="3275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service that allows you to send notifications to subscribers  (Ex: Email, SMS, …, other AWS Services)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https://aws.amazon.com/sns/pricing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117434" y="2268393"/>
            <a:ext cx="3949866" cy="1008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</a:t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2230659" y="9196782"/>
            <a:ext cx="80201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Application-to-application messaging (A2A)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" name="Google Shape;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49" y="4135294"/>
            <a:ext cx="11610041" cy="5061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44350" y="4135293"/>
            <a:ext cx="12413044" cy="506148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/>
          <p:nvPr/>
        </p:nvSpPr>
        <p:spPr>
          <a:xfrm>
            <a:off x="14402890" y="9190143"/>
            <a:ext cx="74959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Application-to-person notifications (A2P)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179435" y="7208606"/>
            <a:ext cx="7165638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 Notification via </a:t>
            </a:r>
            <a:endParaRPr/>
          </a:p>
          <a:p>
            <a:pPr indent="45720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 device messaging (ADM)</a:t>
            </a:r>
            <a:endParaRPr/>
          </a:p>
          <a:p>
            <a:pPr indent="45720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Apple IOS/MAC</a:t>
            </a:r>
            <a:endParaRPr/>
          </a:p>
          <a:p>
            <a:pPr indent="45720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Baidu for Android</a:t>
            </a:r>
            <a:endParaRPr/>
          </a:p>
          <a:p>
            <a:pPr indent="45720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Firebase cloud messaging(FCM)</a:t>
            </a:r>
            <a:endParaRPr/>
          </a:p>
          <a:p>
            <a:pPr indent="45720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Windows 8+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" name="Google Shape;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186" y="3092820"/>
            <a:ext cx="11884137" cy="402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87956" y="2778697"/>
            <a:ext cx="8316009" cy="434380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15547192" y="7355130"/>
            <a:ext cx="459753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SMS via sandbox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/>
        </p:nvSpPr>
        <p:spPr>
          <a:xfrm>
            <a:off x="1117434" y="2370385"/>
            <a:ext cx="7978440" cy="9458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Topic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Email Subscription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Email Subscription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SMS Subscription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SQS Subscription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SMS Subscription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2350842" y="12143875"/>
            <a:ext cx="5086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topic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1117434" y="2370385"/>
            <a:ext cx="4540416" cy="982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Topic</a:t>
            </a:r>
            <a:endParaRPr/>
          </a:p>
        </p:txBody>
      </p:sp>
      <p:pic>
        <p:nvPicPr>
          <p:cNvPr id="74" name="Google Shape;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823" y="3137459"/>
            <a:ext cx="10501609" cy="1625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4677" y="4889635"/>
            <a:ext cx="7259193" cy="7336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82400" y="3836282"/>
            <a:ext cx="11887200" cy="608876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6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/>
        </p:nvSpPr>
        <p:spPr>
          <a:xfrm>
            <a:off x="1117433" y="2370385"/>
            <a:ext cx="8293267" cy="982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Email Subscription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" name="Google Shape;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9" y="4313485"/>
            <a:ext cx="9762801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0362" y="1743076"/>
            <a:ext cx="9447088" cy="4465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49881" y="6761031"/>
            <a:ext cx="11068050" cy="50501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8725" y="2814637"/>
            <a:ext cx="13925550" cy="70580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 txBox="1"/>
          <p:nvPr/>
        </p:nvSpPr>
        <p:spPr>
          <a:xfrm>
            <a:off x="1117433" y="2370385"/>
            <a:ext cx="8293267" cy="982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SMS Subscription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9" y="4313485"/>
            <a:ext cx="9762801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51484" y="2999035"/>
            <a:ext cx="8686800" cy="41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87100" y="7776008"/>
            <a:ext cx="13215568" cy="348254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/>
          <p:nvPr/>
        </p:nvSpPr>
        <p:spPr>
          <a:xfrm>
            <a:off x="1117433" y="2370385"/>
            <a:ext cx="8293267" cy="982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SQS Subscription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941" y="4589078"/>
            <a:ext cx="9207737" cy="442422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/>
          <p:nvPr/>
        </p:nvSpPr>
        <p:spPr>
          <a:xfrm>
            <a:off x="3817153" y="9013301"/>
            <a:ext cx="28488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Queue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55199" y="2072219"/>
            <a:ext cx="9307097" cy="472897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14926524" y="11495515"/>
            <a:ext cx="47644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SQS Subscription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69786" y="7308067"/>
            <a:ext cx="13877925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10403703" y="10424705"/>
            <a:ext cx="30812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Edit SQS Policy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1187" y="2841641"/>
            <a:ext cx="12506325" cy="730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 txBox="1"/>
          <p:nvPr/>
        </p:nvSpPr>
        <p:spPr>
          <a:xfrm>
            <a:off x="1117434" y="2370385"/>
            <a:ext cx="8350416" cy="1020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Email Subscription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3" y="3090863"/>
            <a:ext cx="11596688" cy="2426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832" y="5701418"/>
            <a:ext cx="9867649" cy="696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90316" y="4456686"/>
            <a:ext cx="11095309" cy="4877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/>
        </p:nvSpPr>
        <p:spPr>
          <a:xfrm>
            <a:off x="1117434" y="2370385"/>
            <a:ext cx="8350416" cy="1020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SQS Subscription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328340"/>
            <a:ext cx="11596688" cy="2426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94582" y="4057650"/>
            <a:ext cx="9867649" cy="696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/>
        </p:nvSpPr>
        <p:spPr>
          <a:xfrm>
            <a:off x="1117434" y="2370385"/>
            <a:ext cx="8350416" cy="1020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SMS Subscription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82" y="5822938"/>
            <a:ext cx="10120313" cy="2774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47" y="3566442"/>
            <a:ext cx="7048502" cy="7287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30727" y="2974687"/>
            <a:ext cx="4762745" cy="8471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910" y="3278926"/>
            <a:ext cx="11227253" cy="3871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717" y="7489902"/>
            <a:ext cx="12339637" cy="275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72932" y="3082391"/>
            <a:ext cx="10436064" cy="8189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/>
        </p:nvSpPr>
        <p:spPr>
          <a:xfrm>
            <a:off x="1117434" y="2370385"/>
            <a:ext cx="7978440" cy="9589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/>
        </p:nvSpPr>
        <p:spPr>
          <a:xfrm>
            <a:off x="1117434" y="2370385"/>
            <a:ext cx="15322716" cy="3801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Email, SMS, Push Notification, SQS, Lambda, Kinesis, ...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 to 10,000,000 subscriptions per topic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9812" y="6447085"/>
            <a:ext cx="18802672" cy="467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/>
        </p:nvSpPr>
        <p:spPr>
          <a:xfrm>
            <a:off x="1117434" y="2370385"/>
            <a:ext cx="22961766" cy="1592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default, each subscriber to the topic will get all the messages 🡺 You can filter message before sending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95884" y="5583314"/>
            <a:ext cx="4095750" cy="314441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/>
          <p:nvPr/>
        </p:nvSpPr>
        <p:spPr>
          <a:xfrm>
            <a:off x="19824484" y="8868984"/>
            <a:ext cx="36385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96900" y="3962400"/>
            <a:ext cx="6017585" cy="592185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/>
          <p:nvPr/>
        </p:nvSpPr>
        <p:spPr>
          <a:xfrm>
            <a:off x="17138274" y="9607427"/>
            <a:ext cx="33281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 filter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155" y="4939429"/>
            <a:ext cx="11487801" cy="443218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/>
          <p:nvPr/>
        </p:nvSpPr>
        <p:spPr>
          <a:xfrm>
            <a:off x="6627066" y="10345870"/>
            <a:ext cx="110161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https://www.youtube.com/watch?v=huDnhvHwZx0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/>
        </p:nvSpPr>
        <p:spPr>
          <a:xfrm>
            <a:off x="1117434" y="2370385"/>
            <a:ext cx="17342016" cy="2334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Dead-letter queue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can send undeliverable messages to a dead-letter queue (Similar to SQS Service)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873" y="5042881"/>
            <a:ext cx="14615619" cy="599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9958280" y="11039348"/>
            <a:ext cx="34628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Dead-letter queue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/>
        </p:nvSpPr>
        <p:spPr>
          <a:xfrm>
            <a:off x="1117434" y="2370385"/>
            <a:ext cx="10693566" cy="5630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 multiple endpoints to send message (Similar to communication channel)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100,000 topics limit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types: Standard, FIFO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15233483" y="5257653"/>
            <a:ext cx="68563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message to multiple endpoints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60143" y="2370385"/>
            <a:ext cx="10203046" cy="2792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718" y="9431480"/>
            <a:ext cx="12452238" cy="166196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/>
          <p:nvPr/>
        </p:nvSpPr>
        <p:spPr>
          <a:xfrm>
            <a:off x="5413186" y="11266102"/>
            <a:ext cx="223330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Topic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3" name="Google Shape;20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88793" y="9128840"/>
            <a:ext cx="8367138" cy="230476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16784664" y="11517358"/>
            <a:ext cx="50113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FIFO Topic &amp; FIFO Queue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/>
        </p:nvSpPr>
        <p:spPr>
          <a:xfrm>
            <a:off x="1117434" y="2275135"/>
            <a:ext cx="13654380" cy="10526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policy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who can access your topic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default, only the topic owner can publish or subscribe to the topic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Delivery retry policy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how Amazon SNS retries failed deliveries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Encryption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In-flight encryption using HTTPS API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At-rest encryption using KMS keys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Client-side encryption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17752944" y="12032961"/>
            <a:ext cx="37609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Delivery retry policy</a:t>
            </a:r>
            <a:endParaRPr/>
          </a:p>
        </p:txBody>
      </p:sp>
      <p:pic>
        <p:nvPicPr>
          <p:cNvPr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68171" y="2032072"/>
            <a:ext cx="7130514" cy="4449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6588" y="7221991"/>
            <a:ext cx="6353679" cy="481097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18275526" y="6417799"/>
            <a:ext cx="27158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Policy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/>
          <p:nvPr/>
        </p:nvSpPr>
        <p:spPr>
          <a:xfrm>
            <a:off x="1117434" y="2370385"/>
            <a:ext cx="21666366" cy="9097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Publish message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publish message via CLI, Console, SDK (ADM, Baidu for Android, FCM, GCM, ...)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AWS services can send data directly to SNS for notifications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Times New Roman"/>
              <a:buChar char="•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CloudWatch (for alarms)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Times New Roman"/>
              <a:buChar char="•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 Scaling Groups notifications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Times New Roman"/>
              <a:buChar char="•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 S3 (on bucket events)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Times New Roman"/>
              <a:buChar char="•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1200149" y="571498"/>
            <a:ext cx="1074420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Notification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8105" y="6038850"/>
            <a:ext cx="12655895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 txBox="1"/>
          <p:nvPr/>
        </p:nvSpPr>
        <p:spPr>
          <a:xfrm>
            <a:off x="1117433" y="2370385"/>
            <a:ext cx="23133217" cy="99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service that allows you to send notifications to subscribers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Application-to-application messaging (A2A) (Ex: S3 --&gt; SNS --&gt; SQS)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Application-to-person notifications (A2P) (Ex: Email, SMS, …)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Email, SMS, Push Notification, SQS, Lambda, Kinesis, ...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 message, Dead-letter queue</a:t>
            </a:r>
            <a:endParaRPr/>
          </a:p>
          <a:p>
            <a:pPr indent="-78740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5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 txBox="1"/>
          <p:nvPr/>
        </p:nvSpPr>
        <p:spPr>
          <a:xfrm>
            <a:off x="1117433" y="2370385"/>
            <a:ext cx="23133217" cy="99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types: Standard, FIFO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policy, Delivery retry policy, Encryption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Publish message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CLI, Console, SDK (ADM, Baidu for Android, FCM, GCM, ...)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AWS services can send data directly to SNS for notifications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6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46" name="Google Shape;246;p27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