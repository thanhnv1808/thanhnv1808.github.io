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kFPQbUG+mWgQOCpMhVtHilWbI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3" name="Google Shape;1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b="0" i="0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i="1" lang="en-US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9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9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9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" name="Google Shape;20;p19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" name="Google Shape;21;p19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22" name="Google Shape;2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20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9" name="Google Shape;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aws.amazon.com/efs/latest/ug/whatisefs.html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aws.amazon.com/efs/pric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LWcVmfsLl8Y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5" name="Google Shape;3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7053560" cy="648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EFS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S3 Service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b="0" i="0" lang="en-US" sz="6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Quiz</a:t>
            </a:r>
            <a:endParaRPr b="0" i="0" sz="6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Storage 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200151" y="2370386"/>
            <a:ext cx="7905749" cy="976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service for EC2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EC2 Instance Storage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(Next lesson)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(Next lesson)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3888071" y="9898809"/>
            <a:ext cx="69108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volume to folder into instance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3000" y="3027611"/>
            <a:ext cx="9541008" cy="6697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200151" y="2370386"/>
            <a:ext cx="22764749" cy="10335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Stands for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lastic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ile </a:t>
            </a: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ystem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Managed NFS (Network File System) that can be mounted on many EC2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sharing data between instances, content management, web serving, ...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057900" y="11980724"/>
            <a:ext cx="120078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https://docs.aws.amazon.com/efs/latest/ug/whatisefs.html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5924503"/>
            <a:ext cx="7155645" cy="599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200151" y="2370386"/>
            <a:ext cx="22764749" cy="10335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 support for Linux instances (not support Windows instances)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 Scaling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Char char="o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1000s of concurrent NFS clients, 10 GB+ /s throughput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Grow to Petabyte-scale network file system, automatically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at-rest Encryption, auto backup, Highly available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Expensive, pay per use (auto scale, no capacity planning)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200152" y="2370386"/>
            <a:ext cx="8603606" cy="6906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Storage classes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Standard-Infrequent Access (IA)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Zone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Zone-IA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6262" y="3600450"/>
            <a:ext cx="9688711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13804171" y="7734300"/>
            <a:ext cx="669766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https://aws.amazon.com/efs/pricing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200151" y="2370386"/>
            <a:ext cx="10096499" cy="5954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mount target points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Poorer performance than One Zone class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Expensive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 multiple zones</a:t>
            </a:r>
            <a:endParaRPr/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501" y="2370386"/>
            <a:ext cx="11398310" cy="8392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1200151" y="2370386"/>
            <a:ext cx="22802850" cy="1043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zone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1 mount target point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performance than Standard class 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Cheaper than Standard class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 Only a zone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95" y="2370386"/>
            <a:ext cx="10092155" cy="845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1200151" y="2370386"/>
            <a:ext cx="15849599" cy="3592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Standard-IA &amp; One Zone-IA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Cheaper than Standard class &amp; One Zone class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Lifecycle Management to transition files to infrequent access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0313" y="6138863"/>
            <a:ext cx="18473738" cy="595419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>
            <a:off x="10148129" y="12074005"/>
            <a:ext cx="39132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Lifecycle Management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7811321" y="11750155"/>
            <a:ext cx="82942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to on-premises via Direct Connect, VPN</a:t>
            </a:r>
            <a:endParaRPr/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062" y="1885255"/>
            <a:ext cx="13318347" cy="975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/>
        </p:nvSpPr>
        <p:spPr>
          <a:xfrm>
            <a:off x="1200150" y="571498"/>
            <a:ext cx="48577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1200151" y="2370386"/>
            <a:ext cx="12744449" cy="7459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EFS &amp; EBS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 is a cloud disk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is a cloud disk to share data between instances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has a higher price point than EBS</a:t>
            </a:r>
            <a:endParaRPr/>
          </a:p>
          <a:p>
            <a:pPr indent="-2428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Courier New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73446" y="2367370"/>
            <a:ext cx="5592363" cy="633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11991" y="2367370"/>
            <a:ext cx="5222510" cy="633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1"/>
          <p:cNvSpPr/>
          <p:nvPr/>
        </p:nvSpPr>
        <p:spPr>
          <a:xfrm>
            <a:off x="15324633" y="8895414"/>
            <a:ext cx="889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EBS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21478252" y="8898430"/>
            <a:ext cx="889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/>
        </p:nvSpPr>
        <p:spPr>
          <a:xfrm>
            <a:off x="1200150" y="6857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EFS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200150" y="2370386"/>
            <a:ext cx="11906250" cy="580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EFS file system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Launch a Instance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Transfer files to EFS (using AWS DataSync)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0325" lvl="1" marL="8731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docs.aws.amazon.com/efs/latest/ug/images/console2-create-file-system.png" id="121" name="Google Shape;1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8175" y="2370386"/>
            <a:ext cx="7971213" cy="8507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6581775" y="11994863"/>
            <a:ext cx="1090394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https://www.youtube.com/watch?v=LWcVmfsLl8Y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/>
        </p:nvSpPr>
        <p:spPr>
          <a:xfrm>
            <a:off x="1200150" y="6857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200150" y="2370386"/>
            <a:ext cx="11906250" cy="580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saving, sharing data between instances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Only support for Linux instances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Pay per use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EFS has a higher price point than EBS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