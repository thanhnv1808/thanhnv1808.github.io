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JZxqkhNc7BfPdTpQ/ziGTFfPo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8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8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8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8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9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storagegateway/pricing" TargetMode="External"/><Relationship Id="rId4" Type="http://schemas.openxmlformats.org/officeDocument/2006/relationships/hyperlink" Target="https://docs.aws.amazon.com/storagegateway/latest/userguide/WhatIsStorageGateway.html" TargetMode="External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aCfOatTID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Bb8nk0oWJbU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200151" y="2370386"/>
            <a:ext cx="15125699" cy="648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bridge between on-premises data and cloud data in S3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for Hybrid Cloud for Storage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Disaster recovery, backup &amp; restore, tiered storage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https://aws.amazon.com/storagegateway/pricing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00450" y="11980724"/>
            <a:ext cx="1682115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https://docs.aws.amazon.com/storagegateway/latest/userguide/WhatIsStorageGateway.html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24718" y="2370386"/>
            <a:ext cx="6401981" cy="6348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0372" y="2370386"/>
            <a:ext cx="13263577" cy="79356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1200151" y="2370386"/>
            <a:ext cx="8229599" cy="848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Types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Tape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File Gateway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200151" y="2370386"/>
            <a:ext cx="17297399" cy="6278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Gateway (S3 File Gateway)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Configured S3 buckets are accessible using the NFS and SMB protocol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Bucket access using IAM roles for each File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recently used data is cached in the file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with Active Directory (AD) for user authentication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599" y="8543925"/>
            <a:ext cx="14224064" cy="354264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6838950" y="12086572"/>
            <a:ext cx="103251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S3 standard, standard-IA, One Zone-IA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200151" y="2370386"/>
            <a:ext cx="20836889" cy="3661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mounted on many servers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Multipart Uploads and Byte-range fetches to sync large files between S3 &amp;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file versioning </a:t>
            </a:r>
            <a:endParaRPr/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4866" y="6031512"/>
            <a:ext cx="14994238" cy="546706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267450" y="11794184"/>
            <a:ext cx="116090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https://www.youtube.com/watch?v=QaCfOatTIDA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1200151" y="2370386"/>
            <a:ext cx="17297399" cy="6278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Volume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snapshot data from the drive in on-premises to the EBS snapshot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Cached volumes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volumes</a:t>
            </a:r>
            <a:endParaRPr/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569" y="8366760"/>
            <a:ext cx="14095014" cy="3719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99194" y="2366032"/>
            <a:ext cx="10970265" cy="601921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7"/>
          <p:cNvSpPr txBox="1"/>
          <p:nvPr/>
        </p:nvSpPr>
        <p:spPr>
          <a:xfrm>
            <a:off x="1200151" y="2370386"/>
            <a:ext cx="11204407" cy="5594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Cached volumes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 access to most recent data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S3 as a primary data storage of the computer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32 Cache volume, Cache volume size is from 1GB to 32TB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extends hard drive in on-premises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1200151" y="2370386"/>
            <a:ext cx="11523409" cy="5584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volumes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entire hard drive in on-premises to S3 snapshot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 32 Cache volume, Cache volume size is from 1GB to 16TB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Courier New"/>
              <a:buChar char="o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esed to backup hard drive in on-premises to cloud</a:t>
            </a:r>
            <a:endParaRPr/>
          </a:p>
        </p:txBody>
      </p:sp>
      <p:pic>
        <p:nvPicPr>
          <p:cNvPr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3560" y="2370386"/>
            <a:ext cx="11316661" cy="605376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6267450" y="11794184"/>
            <a:ext cx="1160907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https://www.youtube.com/watch?v=Bb8nk0oWJbU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1200151" y="2370386"/>
            <a:ext cx="17297399" cy="3432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Tape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backup data in tape on-premises to S3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Tape Library (VTL) backed by Amazon S3 and Glacier</a:t>
            </a:r>
            <a:endParaRPr/>
          </a:p>
          <a:p>
            <a:pPr indent="-353376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588" y="5653962"/>
            <a:ext cx="11152302" cy="6929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1200151" y="2370386"/>
            <a:ext cx="11204407" cy="3789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File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 access to FSx for Windows File Server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local cache for frequently accessed data</a:t>
            </a:r>
            <a:endParaRPr/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9866" y="7019748"/>
            <a:ext cx="15383868" cy="383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1200151" y="2370386"/>
            <a:ext cx="21869399" cy="98216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Gateway VM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Type: File Gateway, Volume gateway, Tape gateway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 platform: hypervisor ở on-premises, support VMware, Microsoft Hyper-V, Linux KVM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disk: Support Cache storage and Upload buffer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appliance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Share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1200151" y="2370385"/>
            <a:ext cx="14554199" cy="99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appliance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physical device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the required CPU, memory, network, SSD cache resources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Size: 5TB 🡪 12TB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 it on amazon.com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expensive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Share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S3 bucket, where to stored file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49471" y="1722686"/>
            <a:ext cx="5862830" cy="5467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35698" y="8184876"/>
            <a:ext cx="8781102" cy="386291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/>
          <p:nvPr/>
        </p:nvSpPr>
        <p:spPr>
          <a:xfrm>
            <a:off x="16632363" y="7189928"/>
            <a:ext cx="56353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appliance</a:t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16632363" y="12025584"/>
            <a:ext cx="56353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Share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/>
        </p:nvSpPr>
        <p:spPr>
          <a:xfrm>
            <a:off x="1200150" y="571498"/>
            <a:ext cx="13582650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Gateway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200151" y="2370386"/>
            <a:ext cx="22936199" cy="10755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Summary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 access, user auth with Active Directory 🡺 File Gateway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On-premises data to the cloud 🡺 Storage Gateway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volume as a drive in on-premises 🡺 Cached Volume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Backup entire drive in on-premises to Snapshot in the cloud 🡺 Stored Volume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VTL Tape Backup solution 🡺 Tape Gateway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on-premises virtualization 🡺 Hardware Appliance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FSx for Windows File Server 🡺 FSx File Gateway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